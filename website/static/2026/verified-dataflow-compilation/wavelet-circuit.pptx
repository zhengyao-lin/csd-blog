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743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20"/>
  </p:normalViewPr>
  <p:slideViewPr>
    <p:cSldViewPr snapToGrid="0" showGuides="1">
      <p:cViewPr varScale="1">
        <p:scale>
          <a:sx n="400" d="100"/>
          <a:sy n="400" d="100"/>
        </p:scale>
        <p:origin x="5672" y="1256"/>
      </p:cViewPr>
      <p:guideLst>
        <p:guide orient="horz" pos="864"/>
        <p:guide pos="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9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1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82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5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5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59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30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0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0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1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9CF79-7C26-824E-929C-42D4054BC127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B40FF-18FC-274F-BD38-BF7CB473A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9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0FBB7EC9-C353-2701-29C0-12CDC0AE3C4C}"/>
              </a:ext>
            </a:extLst>
          </p:cNvPr>
          <p:cNvGrpSpPr/>
          <p:nvPr/>
        </p:nvGrpSpPr>
        <p:grpSpPr>
          <a:xfrm>
            <a:off x="82550" y="37338"/>
            <a:ext cx="2406148" cy="2609835"/>
            <a:chOff x="2257477" y="1615313"/>
            <a:chExt cx="2406148" cy="2609835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AF98CC5-C2F0-B1AA-6B9F-DB4A76C269A3}"/>
                </a:ext>
              </a:extLst>
            </p:cNvPr>
            <p:cNvGrpSpPr/>
            <p:nvPr/>
          </p:nvGrpSpPr>
          <p:grpSpPr>
            <a:xfrm>
              <a:off x="2257477" y="1615313"/>
              <a:ext cx="2406148" cy="2583518"/>
              <a:chOff x="7025165" y="2528164"/>
              <a:chExt cx="3894985" cy="4182105"/>
            </a:xfrm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03A6D92D-0E49-0D2D-9E70-7C6546673B02}"/>
                  </a:ext>
                </a:extLst>
              </p:cNvPr>
              <p:cNvCxnSpPr>
                <a:cxnSpLocks/>
                <a:stCxn id="98" idx="3"/>
                <a:endCxn id="101" idx="3"/>
              </p:cNvCxnSpPr>
              <p:nvPr/>
            </p:nvCxnSpPr>
            <p:spPr>
              <a:xfrm flipH="1">
                <a:off x="8745921" y="3835332"/>
                <a:ext cx="373918" cy="33715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1F1D8F5-8B40-A3B0-1753-DF664F8CEC60}"/>
                  </a:ext>
                </a:extLst>
              </p:cNvPr>
              <p:cNvGrpSpPr/>
              <p:nvPr/>
            </p:nvGrpSpPr>
            <p:grpSpPr>
              <a:xfrm>
                <a:off x="8303817" y="3132218"/>
                <a:ext cx="452030" cy="448397"/>
                <a:chOff x="3774829" y="2341404"/>
                <a:chExt cx="452030" cy="448397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AAEB6C76-BCCE-C276-51EB-7B81FC45C504}"/>
                    </a:ext>
                  </a:extLst>
                </p:cNvPr>
                <p:cNvGrpSpPr/>
                <p:nvPr/>
              </p:nvGrpSpPr>
              <p:grpSpPr>
                <a:xfrm>
                  <a:off x="3774829" y="2341404"/>
                  <a:ext cx="452030" cy="448397"/>
                  <a:chOff x="1422910" y="3390489"/>
                  <a:chExt cx="452030" cy="448397"/>
                </a:xfrm>
              </p:grpSpPr>
              <p:sp>
                <p:nvSpPr>
                  <p:cNvPr id="105" name="Rectangle 104">
                    <a:extLst>
                      <a:ext uri="{FF2B5EF4-FFF2-40B4-BE49-F238E27FC236}">
                        <a16:creationId xmlns:a16="http://schemas.microsoft.com/office/drawing/2014/main" id="{E7BA2443-ED72-505A-72F2-FCD44C56F1ED}"/>
                      </a:ext>
                    </a:extLst>
                  </p:cNvPr>
                  <p:cNvSpPr/>
                  <p:nvPr/>
                </p:nvSpPr>
                <p:spPr>
                  <a:xfrm>
                    <a:off x="1441399" y="3400906"/>
                    <a:ext cx="410119" cy="410119"/>
                  </a:xfrm>
                  <a:prstGeom prst="rect">
                    <a:avLst/>
                  </a:prstGeom>
                  <a:solidFill>
                    <a:srgbClr val="00B0F0"/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100"/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2B05DD22-233D-5D71-FDAB-3A083522C513}"/>
                      </a:ext>
                    </a:extLst>
                  </p:cNvPr>
                  <p:cNvSpPr txBox="1"/>
                  <p:nvPr/>
                </p:nvSpPr>
                <p:spPr>
                  <a:xfrm>
                    <a:off x="1422910" y="3390489"/>
                    <a:ext cx="452030" cy="4483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  <a:latin typeface="Open Sans Light" pitchFamily="2" charset="0"/>
                        <a:ea typeface="Open Sans Light" pitchFamily="2" charset="0"/>
                        <a:cs typeface="Open Sans Light" pitchFamily="2" charset="0"/>
                      </a:rPr>
                      <a:t>C</a:t>
                    </a:r>
                  </a:p>
                </p:txBody>
              </p:sp>
            </p:grp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7AFAA705-56BF-66A4-F12E-8106F3785684}"/>
                    </a:ext>
                  </a:extLst>
                </p:cNvPr>
                <p:cNvSpPr/>
                <p:nvPr/>
              </p:nvSpPr>
              <p:spPr>
                <a:xfrm>
                  <a:off x="4085002" y="2526426"/>
                  <a:ext cx="53473" cy="53473"/>
                </a:xfrm>
                <a:prstGeom prst="ellipse">
                  <a:avLst/>
                </a:prstGeom>
                <a:solidFill>
                  <a:srgbClr val="156082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/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2D77823-DBA2-C19A-E471-EC306696E0D6}"/>
                    </a:ext>
                  </a:extLst>
                </p:cNvPr>
                <p:cNvSpPr/>
                <p:nvPr/>
              </p:nvSpPr>
              <p:spPr>
                <a:xfrm>
                  <a:off x="3856393" y="2368180"/>
                  <a:ext cx="53473" cy="53473"/>
                </a:xfrm>
                <a:prstGeom prst="ellipse">
                  <a:avLst/>
                </a:prstGeom>
                <a:solidFill>
                  <a:srgbClr val="156082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DD7D40D-CCBF-704B-462F-7D96BCFA4A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2635" y="2913793"/>
                <a:ext cx="0" cy="20563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23A47435-D678-F5C9-0286-12C1DF533E49}"/>
                  </a:ext>
                </a:extLst>
              </p:cNvPr>
              <p:cNvGrpSpPr/>
              <p:nvPr/>
            </p:nvGrpSpPr>
            <p:grpSpPr>
              <a:xfrm>
                <a:off x="8269818" y="3886199"/>
                <a:ext cx="505634" cy="498026"/>
                <a:chOff x="2587877" y="3400906"/>
                <a:chExt cx="505634" cy="498026"/>
              </a:xfrm>
            </p:grpSpPr>
            <p:sp>
              <p:nvSpPr>
                <p:cNvPr id="100" name="Triangle 99">
                  <a:extLst>
                    <a:ext uri="{FF2B5EF4-FFF2-40B4-BE49-F238E27FC236}">
                      <a16:creationId xmlns:a16="http://schemas.microsoft.com/office/drawing/2014/main" id="{20A27290-7DE8-10F4-8842-DF9EA5945BFB}"/>
                    </a:ext>
                  </a:extLst>
                </p:cNvPr>
                <p:cNvSpPr/>
                <p:nvPr/>
              </p:nvSpPr>
              <p:spPr>
                <a:xfrm>
                  <a:off x="2587877" y="3400906"/>
                  <a:ext cx="505634" cy="435891"/>
                </a:xfrm>
                <a:prstGeom prst="triangle">
                  <a:avLst/>
                </a:prstGeom>
                <a:solidFill>
                  <a:srgbClr val="00B0F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E0E0C90-3BF0-5A6B-455D-DDE3077435F3}"/>
                    </a:ext>
                  </a:extLst>
                </p:cNvPr>
                <p:cNvSpPr txBox="1"/>
                <p:nvPr/>
              </p:nvSpPr>
              <p:spPr>
                <a:xfrm>
                  <a:off x="2630114" y="3475447"/>
                  <a:ext cx="433866" cy="4234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solidFill>
                        <a:schemeClr val="bg1"/>
                      </a:solidFill>
                      <a:latin typeface="Open Sans Light" pitchFamily="2" charset="0"/>
                      <a:ea typeface="Open Sans Light" pitchFamily="2" charset="0"/>
                      <a:cs typeface="Open Sans Light" pitchFamily="2" charset="0"/>
                    </a:rPr>
                    <a:t>T</a:t>
                  </a:r>
                  <a:endParaRPr lang="en-US" sz="1100" b="1" dirty="0">
                    <a:solidFill>
                      <a:schemeClr val="bg1"/>
                    </a:solidFill>
                    <a:latin typeface="Open Sans ExtraBold" pitchFamily="2" charset="0"/>
                    <a:ea typeface="Open Sans ExtraBold" pitchFamily="2" charset="0"/>
                    <a:cs typeface="Open Sans ExtraBold" pitchFamily="2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DA86B288-41A8-899B-E4DE-4124BCBFDEAC}"/>
                  </a:ext>
                </a:extLst>
              </p:cNvPr>
              <p:cNvGrpSpPr/>
              <p:nvPr/>
            </p:nvGrpSpPr>
            <p:grpSpPr>
              <a:xfrm>
                <a:off x="9047993" y="3392859"/>
                <a:ext cx="490597" cy="548038"/>
                <a:chOff x="1413198" y="1500358"/>
                <a:chExt cx="490597" cy="548038"/>
              </a:xfrm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CCCBB841-CA6D-169C-BBC4-FAD6F2F337DB}"/>
                    </a:ext>
                  </a:extLst>
                </p:cNvPr>
                <p:cNvSpPr/>
                <p:nvPr/>
              </p:nvSpPr>
              <p:spPr>
                <a:xfrm>
                  <a:off x="1413198" y="1524079"/>
                  <a:ext cx="490597" cy="490597"/>
                </a:xfrm>
                <a:prstGeom prst="ellipse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A8B6199-8C2B-935F-8290-A004F9F0CFFB}"/>
                    </a:ext>
                  </a:extLst>
                </p:cNvPr>
                <p:cNvSpPr txBox="1"/>
                <p:nvPr/>
              </p:nvSpPr>
              <p:spPr>
                <a:xfrm>
                  <a:off x="1415050" y="1500358"/>
                  <a:ext cx="475384" cy="5480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/>
                    <a:t>&lt;</a:t>
                  </a:r>
                </a:p>
              </p:txBody>
            </p:sp>
          </p:grp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30671BD2-D1DB-7A1F-0B7E-90F3D7FC48A2}"/>
                  </a:ext>
                </a:extLst>
              </p:cNvPr>
              <p:cNvCxnSpPr>
                <a:cxnSpLocks/>
                <a:stCxn id="106" idx="2"/>
                <a:endCxn id="100" idx="0"/>
              </p:cNvCxnSpPr>
              <p:nvPr/>
            </p:nvCxnSpPr>
            <p:spPr>
              <a:xfrm flipH="1">
                <a:off x="8522635" y="3580616"/>
                <a:ext cx="7197" cy="3055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1C1A7CA9-4202-9BDC-852D-DE826BD3CA8F}"/>
                  </a:ext>
                </a:extLst>
              </p:cNvPr>
              <p:cNvGrpSpPr/>
              <p:nvPr/>
            </p:nvGrpSpPr>
            <p:grpSpPr>
              <a:xfrm>
                <a:off x="7505939" y="3390958"/>
                <a:ext cx="490597" cy="548038"/>
                <a:chOff x="1413198" y="1513119"/>
                <a:chExt cx="490597" cy="548038"/>
              </a:xfrm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E1F8A20-3FD5-1152-A985-A8E96B30F27B}"/>
                    </a:ext>
                  </a:extLst>
                </p:cNvPr>
                <p:cNvSpPr/>
                <p:nvPr/>
              </p:nvSpPr>
              <p:spPr>
                <a:xfrm>
                  <a:off x="1413198" y="1524079"/>
                  <a:ext cx="490597" cy="490597"/>
                </a:xfrm>
                <a:prstGeom prst="ellipse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/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336C0314-D179-0EFC-E2A7-228D99154EB5}"/>
                    </a:ext>
                  </a:extLst>
                </p:cNvPr>
                <p:cNvSpPr txBox="1"/>
                <p:nvPr/>
              </p:nvSpPr>
              <p:spPr>
                <a:xfrm>
                  <a:off x="1427838" y="1513119"/>
                  <a:ext cx="475384" cy="5480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1600" dirty="0"/>
                    <a:t>+</a:t>
                  </a:r>
                  <a:endParaRPr lang="en-US" sz="1600" dirty="0"/>
                </a:p>
              </p:txBody>
            </p:sp>
          </p:grp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F5BF041D-966E-A4A2-524C-E63F23A711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6573" y="3667230"/>
                <a:ext cx="21541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7F2A1FC-9DBD-5548-2B22-95565FC3C322}"/>
                  </a:ext>
                </a:extLst>
              </p:cNvPr>
              <p:cNvSpPr txBox="1"/>
              <p:nvPr/>
            </p:nvSpPr>
            <p:spPr>
              <a:xfrm>
                <a:off x="7025165" y="3470522"/>
                <a:ext cx="369332" cy="423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</a:t>
                </a:r>
                <a:endParaRPr lang="en-US" sz="1100" dirty="0"/>
              </a:p>
            </p:txBody>
          </p:sp>
          <p:sp>
            <p:nvSpPr>
              <p:cNvPr id="67" name="Arc 66">
                <a:extLst>
                  <a:ext uri="{FF2B5EF4-FFF2-40B4-BE49-F238E27FC236}">
                    <a16:creationId xmlns:a16="http://schemas.microsoft.com/office/drawing/2014/main" id="{83BDC669-2DAA-2822-F63B-559F646F334E}"/>
                  </a:ext>
                </a:extLst>
              </p:cNvPr>
              <p:cNvSpPr/>
              <p:nvPr/>
            </p:nvSpPr>
            <p:spPr>
              <a:xfrm rot="11966475">
                <a:off x="7663289" y="3622287"/>
                <a:ext cx="985105" cy="814417"/>
              </a:xfrm>
              <a:prstGeom prst="arc">
                <a:avLst>
                  <a:gd name="adj1" fmla="val 12006505"/>
                  <a:gd name="adj2" fmla="val 21385548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543DA5FF-CA36-0DF1-CD56-5F0B18358D6F}"/>
                  </a:ext>
                </a:extLst>
              </p:cNvPr>
              <p:cNvCxnSpPr>
                <a:cxnSpLocks/>
                <a:stCxn id="96" idx="7"/>
                <a:endCxn id="105" idx="1"/>
              </p:cNvCxnSpPr>
              <p:nvPr/>
            </p:nvCxnSpPr>
            <p:spPr>
              <a:xfrm flipV="1">
                <a:off x="7924690" y="3347695"/>
                <a:ext cx="397616" cy="12606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Arc 68">
                <a:extLst>
                  <a:ext uri="{FF2B5EF4-FFF2-40B4-BE49-F238E27FC236}">
                    <a16:creationId xmlns:a16="http://schemas.microsoft.com/office/drawing/2014/main" id="{E9EB81CB-6DC6-59C7-A6F2-7AB2EFAE1E61}"/>
                  </a:ext>
                </a:extLst>
              </p:cNvPr>
              <p:cNvSpPr/>
              <p:nvPr/>
            </p:nvSpPr>
            <p:spPr>
              <a:xfrm rot="11446800" flipH="1">
                <a:off x="8087031" y="2919097"/>
                <a:ext cx="1687153" cy="744183"/>
              </a:xfrm>
              <a:prstGeom prst="arc">
                <a:avLst>
                  <a:gd name="adj1" fmla="val 13450294"/>
                  <a:gd name="adj2" fmla="val 17871080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A9455A94-377B-7934-D3E1-37E688F327EC}"/>
                  </a:ext>
                </a:extLst>
              </p:cNvPr>
              <p:cNvSpPr/>
              <p:nvPr/>
            </p:nvSpPr>
            <p:spPr>
              <a:xfrm rot="670503" flipH="1">
                <a:off x="8272758" y="3330223"/>
                <a:ext cx="1213805" cy="910802"/>
              </a:xfrm>
              <a:prstGeom prst="arc">
                <a:avLst>
                  <a:gd name="adj1" fmla="val 14352678"/>
                  <a:gd name="adj2" fmla="val 18037249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86AF7E04-8FF2-4833-9B90-34786312BC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6718" y="3185671"/>
                <a:ext cx="7032" cy="22505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F4B6142-F107-8BCB-1AAD-31A97D2164DB}"/>
                  </a:ext>
                </a:extLst>
              </p:cNvPr>
              <p:cNvSpPr txBox="1"/>
              <p:nvPr/>
            </p:nvSpPr>
            <p:spPr>
              <a:xfrm>
                <a:off x="9104669" y="2834593"/>
                <a:ext cx="385938" cy="423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n</a:t>
                </a:r>
                <a:endParaRPr lang="en-US" sz="1100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B5096EB-191A-F03A-A79E-C7A7C1C6AE1F}"/>
                  </a:ext>
                </a:extLst>
              </p:cNvPr>
              <p:cNvSpPr txBox="1"/>
              <p:nvPr/>
            </p:nvSpPr>
            <p:spPr>
              <a:xfrm>
                <a:off x="8329667" y="2528164"/>
                <a:ext cx="385938" cy="423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i</a:t>
                </a:r>
                <a:endParaRPr lang="en-US" sz="1100" dirty="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036FE45-FBA4-8708-E5B8-7B3481275C71}"/>
                  </a:ext>
                </a:extLst>
              </p:cNvPr>
              <p:cNvSpPr/>
              <p:nvPr/>
            </p:nvSpPr>
            <p:spPr>
              <a:xfrm>
                <a:off x="8276434" y="4770522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6A68D97-FCDE-7CE2-8751-E23CF23B0C6F}"/>
                  </a:ext>
                </a:extLst>
              </p:cNvPr>
              <p:cNvSpPr txBox="1"/>
              <p:nvPr/>
            </p:nvSpPr>
            <p:spPr>
              <a:xfrm>
                <a:off x="8251309" y="4739144"/>
                <a:ext cx="566205" cy="423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LD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6B3FAB5B-108D-89A0-B234-3E0CBF2CB4C3}"/>
                  </a:ext>
                </a:extLst>
              </p:cNvPr>
              <p:cNvCxnSpPr>
                <a:cxnSpLocks/>
                <a:stCxn id="67" idx="0"/>
                <a:endCxn id="74" idx="0"/>
              </p:cNvCxnSpPr>
              <p:nvPr/>
            </p:nvCxnSpPr>
            <p:spPr>
              <a:xfrm flipH="1">
                <a:off x="8523322" y="4334880"/>
                <a:ext cx="2327" cy="43564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EC12C98D-0C84-58F5-B5F1-4071FADAC7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14301" y="2948009"/>
                <a:ext cx="0" cy="20563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00218F4-FA0D-4B40-EF49-0DC10E147644}"/>
                  </a:ext>
                </a:extLst>
              </p:cNvPr>
              <p:cNvSpPr txBox="1"/>
              <p:nvPr/>
            </p:nvSpPr>
            <p:spPr>
              <a:xfrm>
                <a:off x="9829215" y="2562380"/>
                <a:ext cx="385938" cy="4234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p</a:t>
                </a:r>
                <a:endParaRPr lang="en-US" sz="11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02622F94-AC6E-2601-3559-381B59CE0B84}"/>
                  </a:ext>
                </a:extLst>
              </p:cNvPr>
              <p:cNvSpPr/>
              <p:nvPr/>
            </p:nvSpPr>
            <p:spPr>
              <a:xfrm>
                <a:off x="9796517" y="3142635"/>
                <a:ext cx="410119" cy="41011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895CA03-C13D-E9BC-72C0-24D962762BD7}"/>
                  </a:ext>
                </a:extLst>
              </p:cNvPr>
              <p:cNvSpPr txBox="1"/>
              <p:nvPr/>
            </p:nvSpPr>
            <p:spPr>
              <a:xfrm>
                <a:off x="9777665" y="3117133"/>
                <a:ext cx="452030" cy="448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C</a:t>
                </a:r>
              </a:p>
            </p:txBody>
          </p:sp>
          <p:sp>
            <p:nvSpPr>
              <p:cNvPr id="81" name="Triangle 80">
                <a:extLst>
                  <a:ext uri="{FF2B5EF4-FFF2-40B4-BE49-F238E27FC236}">
                    <a16:creationId xmlns:a16="http://schemas.microsoft.com/office/drawing/2014/main" id="{760F24B1-584D-59A2-50BD-B755A2FA3C51}"/>
                  </a:ext>
                </a:extLst>
              </p:cNvPr>
              <p:cNvSpPr/>
              <p:nvPr/>
            </p:nvSpPr>
            <p:spPr>
              <a:xfrm>
                <a:off x="9753593" y="3889374"/>
                <a:ext cx="505634" cy="435891"/>
              </a:xfrm>
              <a:prstGeom prst="triangle">
                <a:avLst/>
              </a:prstGeom>
              <a:solidFill>
                <a:srgbClr val="00B0F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3C0424F-F997-4FAB-C404-E11A01995E16}"/>
                  </a:ext>
                </a:extLst>
              </p:cNvPr>
              <p:cNvSpPr txBox="1"/>
              <p:nvPr/>
            </p:nvSpPr>
            <p:spPr>
              <a:xfrm>
                <a:off x="9795830" y="3963915"/>
                <a:ext cx="433866" cy="423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T</a:t>
                </a:r>
                <a:endParaRPr lang="en-US" sz="1100" b="1" dirty="0">
                  <a:solidFill>
                    <a:schemeClr val="bg1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endParaRP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FBB319B9-3C72-E5DC-2649-10E90D9108EF}"/>
                  </a:ext>
                </a:extLst>
              </p:cNvPr>
              <p:cNvCxnSpPr>
                <a:cxnSpLocks/>
                <a:stCxn id="80" idx="2"/>
                <a:endCxn id="81" idx="0"/>
              </p:cNvCxnSpPr>
              <p:nvPr/>
            </p:nvCxnSpPr>
            <p:spPr>
              <a:xfrm>
                <a:off x="10003680" y="3565529"/>
                <a:ext cx="2729" cy="32384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36F1128B-B2F2-4EE0-74D7-4D236F688C37}"/>
                  </a:ext>
                </a:extLst>
              </p:cNvPr>
              <p:cNvCxnSpPr>
                <a:cxnSpLocks/>
                <a:endCxn id="81" idx="1"/>
              </p:cNvCxnSpPr>
              <p:nvPr/>
            </p:nvCxnSpPr>
            <p:spPr>
              <a:xfrm>
                <a:off x="9487824" y="3838506"/>
                <a:ext cx="392178" cy="26881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Arc 84">
                <a:extLst>
                  <a:ext uri="{FF2B5EF4-FFF2-40B4-BE49-F238E27FC236}">
                    <a16:creationId xmlns:a16="http://schemas.microsoft.com/office/drawing/2014/main" id="{88A7D5C7-15AA-8A1A-EF6C-5859F6C32792}"/>
                  </a:ext>
                </a:extLst>
              </p:cNvPr>
              <p:cNvSpPr/>
              <p:nvPr/>
            </p:nvSpPr>
            <p:spPr>
              <a:xfrm rot="21230945">
                <a:off x="9340400" y="3361409"/>
                <a:ext cx="753571" cy="910802"/>
              </a:xfrm>
              <a:prstGeom prst="arc">
                <a:avLst>
                  <a:gd name="adj1" fmla="val 14352678"/>
                  <a:gd name="adj2" fmla="val 17289470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id="{5D309250-AD68-937F-4E58-24E14563BD5D}"/>
                  </a:ext>
                </a:extLst>
              </p:cNvPr>
              <p:cNvSpPr/>
              <p:nvPr/>
            </p:nvSpPr>
            <p:spPr>
              <a:xfrm rot="8815804">
                <a:off x="8444122" y="3988821"/>
                <a:ext cx="1612839" cy="1015866"/>
              </a:xfrm>
              <a:prstGeom prst="arc">
                <a:avLst>
                  <a:gd name="adj1" fmla="val 12006505"/>
                  <a:gd name="adj2" fmla="val 20570908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87" name="Arc 86">
                <a:extLst>
                  <a:ext uri="{FF2B5EF4-FFF2-40B4-BE49-F238E27FC236}">
                    <a16:creationId xmlns:a16="http://schemas.microsoft.com/office/drawing/2014/main" id="{E562F117-BA06-3B43-6472-25B36DFD2599}"/>
                  </a:ext>
                </a:extLst>
              </p:cNvPr>
              <p:cNvSpPr/>
              <p:nvPr/>
            </p:nvSpPr>
            <p:spPr>
              <a:xfrm rot="16200000" flipV="1">
                <a:off x="9770262" y="3396908"/>
                <a:ext cx="1223138" cy="1076639"/>
              </a:xfrm>
              <a:prstGeom prst="arc">
                <a:avLst>
                  <a:gd name="adj1" fmla="val 7992904"/>
                  <a:gd name="adj2" fmla="val 1094469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29638F5-133F-1A15-3213-D2929C3EDDF6}"/>
                  </a:ext>
                </a:extLst>
              </p:cNvPr>
              <p:cNvSpPr/>
              <p:nvPr/>
            </p:nvSpPr>
            <p:spPr>
              <a:xfrm>
                <a:off x="8282306" y="6216493"/>
                <a:ext cx="493776" cy="493776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EF967EB-F807-8941-D5B0-BA33961158C9}"/>
                  </a:ext>
                </a:extLst>
              </p:cNvPr>
              <p:cNvSpPr txBox="1"/>
              <p:nvPr/>
            </p:nvSpPr>
            <p:spPr>
              <a:xfrm>
                <a:off x="8270151" y="6185115"/>
                <a:ext cx="540256" cy="423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  <a:latin typeface="Open Sans Light" pitchFamily="2" charset="0"/>
                    <a:ea typeface="Open Sans Light" pitchFamily="2" charset="0"/>
                    <a:cs typeface="Open Sans Light" pitchFamily="2" charset="0"/>
                  </a:rPr>
                  <a:t>ST</a:t>
                </a: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C64638E5-B296-5B30-6626-32837ED8CFFB}"/>
                  </a:ext>
                </a:extLst>
              </p:cNvPr>
              <p:cNvGrpSpPr/>
              <p:nvPr/>
            </p:nvGrpSpPr>
            <p:grpSpPr>
              <a:xfrm>
                <a:off x="8275789" y="5459956"/>
                <a:ext cx="490597" cy="548038"/>
                <a:chOff x="1413198" y="1474836"/>
                <a:chExt cx="490597" cy="548038"/>
              </a:xfrm>
            </p:grpSpPr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A1464FA5-F080-C926-609E-80348C143ED6}"/>
                    </a:ext>
                  </a:extLst>
                </p:cNvPr>
                <p:cNvSpPr/>
                <p:nvPr/>
              </p:nvSpPr>
              <p:spPr>
                <a:xfrm>
                  <a:off x="1413198" y="1524079"/>
                  <a:ext cx="490597" cy="490597"/>
                </a:xfrm>
                <a:prstGeom prst="ellipse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dirty="0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3D0F57AF-EB86-D218-4443-010DA419D1DB}"/>
                    </a:ext>
                  </a:extLst>
                </p:cNvPr>
                <p:cNvSpPr txBox="1"/>
                <p:nvPr/>
              </p:nvSpPr>
              <p:spPr>
                <a:xfrm>
                  <a:off x="1422864" y="1474836"/>
                  <a:ext cx="459813" cy="5480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dirty="0"/>
                    <a:t>g</a:t>
                  </a:r>
                </a:p>
              </p:txBody>
            </p:sp>
          </p:grp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9AD7415-8847-2ED6-E072-358749011C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20238" y="5283949"/>
                <a:ext cx="237" cy="2221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8AC1BF2C-B601-2661-2F16-961A16F49D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29194" y="5994774"/>
                <a:ext cx="237" cy="2221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Arc 92">
                <a:extLst>
                  <a:ext uri="{FF2B5EF4-FFF2-40B4-BE49-F238E27FC236}">
                    <a16:creationId xmlns:a16="http://schemas.microsoft.com/office/drawing/2014/main" id="{E2DC3086-061F-A303-3893-5D8FDCC297F0}"/>
                  </a:ext>
                </a:extLst>
              </p:cNvPr>
              <p:cNvSpPr/>
              <p:nvPr/>
            </p:nvSpPr>
            <p:spPr>
              <a:xfrm rot="5132142">
                <a:off x="7804087" y="5299043"/>
                <a:ext cx="1317147" cy="1015866"/>
              </a:xfrm>
              <a:prstGeom prst="arc">
                <a:avLst>
                  <a:gd name="adj1" fmla="val 12253033"/>
                  <a:gd name="adj2" fmla="val 20229224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EF38151-038E-F58B-ACCC-A55B38673C32}"/>
                </a:ext>
              </a:extLst>
            </p:cNvPr>
            <p:cNvSpPr txBox="1"/>
            <p:nvPr/>
          </p:nvSpPr>
          <p:spPr>
            <a:xfrm>
              <a:off x="3063340" y="3121410"/>
              <a:ext cx="25039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A12BAE0-53A4-2EFE-5A35-7C89BB003381}"/>
                </a:ext>
              </a:extLst>
            </p:cNvPr>
            <p:cNvSpPr txBox="1"/>
            <p:nvPr/>
          </p:nvSpPr>
          <p:spPr>
            <a:xfrm>
              <a:off x="3069690" y="4009704"/>
              <a:ext cx="25039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bg1"/>
                  </a:solidFill>
                  <a:latin typeface="Open Sans Light" pitchFamily="2" charset="0"/>
                  <a:ea typeface="Open Sans Light" pitchFamily="2" charset="0"/>
                  <a:cs typeface="Open Sans Light" pitchFamily="2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7192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15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Open Sans ExtraBold</vt:lpstr>
      <vt:lpstr>Open Sans Light</vt:lpstr>
      <vt:lpstr>Aptos</vt:lpstr>
      <vt:lpstr>Aptos Display</vt:lpstr>
      <vt:lpstr>Arial</vt:lpstr>
      <vt:lpstr>Menlo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Zhengyao Lin</dc:creator>
  <cp:lastModifiedBy>Zhengyao Lin</cp:lastModifiedBy>
  <cp:revision>2</cp:revision>
  <dcterms:created xsi:type="dcterms:W3CDTF">2026-05-02T12:44:40Z</dcterms:created>
  <dcterms:modified xsi:type="dcterms:W3CDTF">2026-05-02T12:45:44Z</dcterms:modified>
</cp:coreProperties>
</file>