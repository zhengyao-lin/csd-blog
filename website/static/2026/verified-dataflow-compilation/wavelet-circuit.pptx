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27432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2" pos="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694"/>
  </p:normalViewPr>
  <p:slideViewPr>
    <p:cSldViewPr snapToGrid="0" showGuides="1">
      <p:cViewPr varScale="1">
        <p:scale>
          <a:sx n="292" d="100"/>
          <a:sy n="292" d="100"/>
        </p:scale>
        <p:origin x="3144" y="168"/>
      </p:cViewPr>
      <p:guideLst>
        <p:guide orient="horz" pos="864"/>
        <p:guide pos="8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" y="448945"/>
            <a:ext cx="2331720" cy="955040"/>
          </a:xfrm>
        </p:spPr>
        <p:txBody>
          <a:bodyPr anchor="b"/>
          <a:lstStyle>
            <a:lvl1pPr algn="ctr"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" y="1440815"/>
            <a:ext cx="2057400" cy="662305"/>
          </a:xfrm>
        </p:spPr>
        <p:txBody>
          <a:bodyPr/>
          <a:lstStyle>
            <a:lvl1pPr marL="0" indent="0" algn="ctr">
              <a:buNone/>
              <a:defRPr sz="720"/>
            </a:lvl1pPr>
            <a:lvl2pPr marL="137160" indent="0" algn="ctr">
              <a:buNone/>
              <a:defRPr sz="600"/>
            </a:lvl2pPr>
            <a:lvl3pPr marL="274320" indent="0" algn="ctr">
              <a:buNone/>
              <a:defRPr sz="540"/>
            </a:lvl3pPr>
            <a:lvl4pPr marL="411480" indent="0" algn="ctr">
              <a:buNone/>
              <a:defRPr sz="480"/>
            </a:lvl4pPr>
            <a:lvl5pPr marL="548640" indent="0" algn="ctr">
              <a:buNone/>
              <a:defRPr sz="480"/>
            </a:lvl5pPr>
            <a:lvl6pPr marL="685800" indent="0" algn="ctr">
              <a:buNone/>
              <a:defRPr sz="480"/>
            </a:lvl6pPr>
            <a:lvl7pPr marL="822960" indent="0" algn="ctr">
              <a:buNone/>
              <a:defRPr sz="480"/>
            </a:lvl7pPr>
            <a:lvl8pPr marL="960120" indent="0" algn="ctr">
              <a:buNone/>
              <a:defRPr sz="480"/>
            </a:lvl8pPr>
            <a:lvl9pPr marL="1097280" indent="0" algn="ctr">
              <a:buNone/>
              <a:defRPr sz="4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092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315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" y="683896"/>
            <a:ext cx="2366010" cy="1141095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" y="1835786"/>
            <a:ext cx="2366010" cy="600075"/>
          </a:xfrm>
        </p:spPr>
        <p:txBody>
          <a:bodyPr/>
          <a:lstStyle>
            <a:lvl1pPr marL="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1pPr>
            <a:lvl2pPr marL="137160" indent="0">
              <a:buNone/>
              <a:defRPr sz="600">
                <a:solidFill>
                  <a:schemeClr val="tx1">
                    <a:tint val="82000"/>
                  </a:schemeClr>
                </a:solidFill>
              </a:defRPr>
            </a:lvl2pPr>
            <a:lvl3pPr marL="274320" indent="0">
              <a:buNone/>
              <a:defRPr sz="540">
                <a:solidFill>
                  <a:schemeClr val="tx1">
                    <a:tint val="82000"/>
                  </a:schemeClr>
                </a:solidFill>
              </a:defRPr>
            </a:lvl3pPr>
            <a:lvl4pPr marL="41148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4pPr>
            <a:lvl5pPr marL="54864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5pPr>
            <a:lvl6pPr marL="68580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6pPr>
            <a:lvl7pPr marL="82296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7pPr>
            <a:lvl8pPr marL="96012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8pPr>
            <a:lvl9pPr marL="1097280" indent="0">
              <a:buNone/>
              <a:defRPr sz="4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652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" y="730250"/>
            <a:ext cx="116586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729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" y="146051"/>
            <a:ext cx="236601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3" y="672465"/>
            <a:ext cx="1160502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3" y="1002030"/>
            <a:ext cx="1160502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" y="672465"/>
            <a:ext cx="1166217" cy="329565"/>
          </a:xfrm>
        </p:spPr>
        <p:txBody>
          <a:bodyPr anchor="b"/>
          <a:lstStyle>
            <a:lvl1pPr marL="0" indent="0">
              <a:buNone/>
              <a:defRPr sz="720" b="1"/>
            </a:lvl1pPr>
            <a:lvl2pPr marL="137160" indent="0">
              <a:buNone/>
              <a:defRPr sz="600" b="1"/>
            </a:lvl2pPr>
            <a:lvl3pPr marL="274320" indent="0">
              <a:buNone/>
              <a:defRPr sz="540" b="1"/>
            </a:lvl3pPr>
            <a:lvl4pPr marL="411480" indent="0">
              <a:buNone/>
              <a:defRPr sz="480" b="1"/>
            </a:lvl4pPr>
            <a:lvl5pPr marL="548640" indent="0">
              <a:buNone/>
              <a:defRPr sz="480" b="1"/>
            </a:lvl5pPr>
            <a:lvl6pPr marL="685800" indent="0">
              <a:buNone/>
              <a:defRPr sz="480" b="1"/>
            </a:lvl6pPr>
            <a:lvl7pPr marL="822960" indent="0">
              <a:buNone/>
              <a:defRPr sz="480" b="1"/>
            </a:lvl7pPr>
            <a:lvl8pPr marL="960120" indent="0">
              <a:buNone/>
              <a:defRPr sz="480" b="1"/>
            </a:lvl8pPr>
            <a:lvl9pPr marL="1097280" indent="0">
              <a:buNone/>
              <a:defRPr sz="4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" y="1002030"/>
            <a:ext cx="1166217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60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356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59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" y="394971"/>
            <a:ext cx="1388745" cy="1949450"/>
          </a:xfrm>
        </p:spPr>
        <p:txBody>
          <a:bodyPr/>
          <a:lstStyle>
            <a:lvl1pPr>
              <a:defRPr sz="960"/>
            </a:lvl1pPr>
            <a:lvl2pPr>
              <a:defRPr sz="840"/>
            </a:lvl2pPr>
            <a:lvl3pPr>
              <a:defRPr sz="720"/>
            </a:lvl3pPr>
            <a:lvl4pPr>
              <a:defRPr sz="600"/>
            </a:lvl4pPr>
            <a:lvl5pPr>
              <a:defRPr sz="600"/>
            </a:lvl5pPr>
            <a:lvl6pPr>
              <a:defRPr sz="600"/>
            </a:lvl6pPr>
            <a:lvl7pPr>
              <a:defRPr sz="600"/>
            </a:lvl7pPr>
            <a:lvl8pPr>
              <a:defRPr sz="600"/>
            </a:lvl8pPr>
            <a:lvl9pPr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930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3" y="182880"/>
            <a:ext cx="884753" cy="640080"/>
          </a:xfrm>
        </p:spPr>
        <p:txBody>
          <a:bodyPr anchor="b"/>
          <a:lstStyle>
            <a:lvl1pPr>
              <a:defRPr sz="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" y="394971"/>
            <a:ext cx="1388745" cy="1949450"/>
          </a:xfrm>
        </p:spPr>
        <p:txBody>
          <a:bodyPr anchor="t"/>
          <a:lstStyle>
            <a:lvl1pPr marL="0" indent="0">
              <a:buNone/>
              <a:defRPr sz="960"/>
            </a:lvl1pPr>
            <a:lvl2pPr marL="137160" indent="0">
              <a:buNone/>
              <a:defRPr sz="840"/>
            </a:lvl2pPr>
            <a:lvl3pPr marL="274320" indent="0">
              <a:buNone/>
              <a:defRPr sz="720"/>
            </a:lvl3pPr>
            <a:lvl4pPr marL="411480" indent="0">
              <a:buNone/>
              <a:defRPr sz="600"/>
            </a:lvl4pPr>
            <a:lvl5pPr marL="548640" indent="0">
              <a:buNone/>
              <a:defRPr sz="600"/>
            </a:lvl5pPr>
            <a:lvl6pPr marL="685800" indent="0">
              <a:buNone/>
              <a:defRPr sz="600"/>
            </a:lvl6pPr>
            <a:lvl7pPr marL="822960" indent="0">
              <a:buNone/>
              <a:defRPr sz="600"/>
            </a:lvl7pPr>
            <a:lvl8pPr marL="960120" indent="0">
              <a:buNone/>
              <a:defRPr sz="600"/>
            </a:lvl8pPr>
            <a:lvl9pPr marL="1097280" indent="0">
              <a:buNone/>
              <a:defRPr sz="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3" y="822960"/>
            <a:ext cx="884753" cy="1524635"/>
          </a:xfrm>
        </p:spPr>
        <p:txBody>
          <a:bodyPr/>
          <a:lstStyle>
            <a:lvl1pPr marL="0" indent="0">
              <a:buNone/>
              <a:defRPr sz="480"/>
            </a:lvl1pPr>
            <a:lvl2pPr marL="137160" indent="0">
              <a:buNone/>
              <a:defRPr sz="420"/>
            </a:lvl2pPr>
            <a:lvl3pPr marL="274320" indent="0">
              <a:buNone/>
              <a:defRPr sz="360"/>
            </a:lvl3pPr>
            <a:lvl4pPr marL="411480" indent="0">
              <a:buNone/>
              <a:defRPr sz="300"/>
            </a:lvl4pPr>
            <a:lvl5pPr marL="548640" indent="0">
              <a:buNone/>
              <a:defRPr sz="300"/>
            </a:lvl5pPr>
            <a:lvl6pPr marL="685800" indent="0">
              <a:buNone/>
              <a:defRPr sz="300"/>
            </a:lvl6pPr>
            <a:lvl7pPr marL="822960" indent="0">
              <a:buNone/>
              <a:defRPr sz="300"/>
            </a:lvl7pPr>
            <a:lvl8pPr marL="960120" indent="0">
              <a:buNone/>
              <a:defRPr sz="300"/>
            </a:lvl8pPr>
            <a:lvl9pPr marL="1097280" indent="0">
              <a:buNone/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401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01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" y="146050"/>
            <a:ext cx="59150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" y="146050"/>
            <a:ext cx="174021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619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" y="146051"/>
            <a:ext cx="236601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" y="730250"/>
            <a:ext cx="236601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99CF79-7C26-824E-929C-42D4054BC127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" y="2542541"/>
            <a:ext cx="92583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" y="2542541"/>
            <a:ext cx="61722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7B40FF-18FC-274F-BD38-BF7CB473A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296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74320" rtl="0" eaLnBrk="1" latinLnBrk="0" hangingPunct="1">
        <a:lnSpc>
          <a:spcPct val="90000"/>
        </a:lnSpc>
        <a:spcBef>
          <a:spcPct val="0"/>
        </a:spcBef>
        <a:buNone/>
        <a:defRPr sz="13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27432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" indent="-68580" algn="l" defTabSz="27432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" algn="l" defTabSz="274320" rtl="0" eaLnBrk="1" latinLnBrk="0" hangingPunct="1">
        <a:defRPr sz="5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0FBB7EC9-C353-2701-29C0-12CDC0AE3C4C}"/>
              </a:ext>
            </a:extLst>
          </p:cNvPr>
          <p:cNvGrpSpPr/>
          <p:nvPr/>
        </p:nvGrpSpPr>
        <p:grpSpPr>
          <a:xfrm>
            <a:off x="82550" y="37338"/>
            <a:ext cx="2406148" cy="2609835"/>
            <a:chOff x="2257477" y="1615313"/>
            <a:chExt cx="2406148" cy="2609835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DAF98CC5-C2F0-B1AA-6B9F-DB4A76C269A3}"/>
                </a:ext>
              </a:extLst>
            </p:cNvPr>
            <p:cNvGrpSpPr/>
            <p:nvPr/>
          </p:nvGrpSpPr>
          <p:grpSpPr>
            <a:xfrm>
              <a:off x="2257477" y="1615313"/>
              <a:ext cx="2406148" cy="2583518"/>
              <a:chOff x="7025165" y="2528164"/>
              <a:chExt cx="3894985" cy="4182105"/>
            </a:xfrm>
          </p:grpSpPr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03A6D92D-0E49-0D2D-9E70-7C6546673B02}"/>
                  </a:ext>
                </a:extLst>
              </p:cNvPr>
              <p:cNvCxnSpPr>
                <a:cxnSpLocks/>
                <a:stCxn id="98" idx="3"/>
                <a:endCxn id="100" idx="5"/>
              </p:cNvCxnSpPr>
              <p:nvPr/>
            </p:nvCxnSpPr>
            <p:spPr>
              <a:xfrm flipH="1">
                <a:off x="8649044" y="3835332"/>
                <a:ext cx="470795" cy="2688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1F1D8F5-8B40-A3B0-1753-DF664F8CEC60}"/>
                  </a:ext>
                </a:extLst>
              </p:cNvPr>
              <p:cNvGrpSpPr/>
              <p:nvPr/>
            </p:nvGrpSpPr>
            <p:grpSpPr>
              <a:xfrm>
                <a:off x="8303817" y="3132218"/>
                <a:ext cx="452030" cy="448397"/>
                <a:chOff x="3774829" y="2341404"/>
                <a:chExt cx="452030" cy="448397"/>
              </a:xfrm>
            </p:grpSpPr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AAEB6C76-BCCE-C276-51EB-7B81FC45C504}"/>
                    </a:ext>
                  </a:extLst>
                </p:cNvPr>
                <p:cNvGrpSpPr/>
                <p:nvPr/>
              </p:nvGrpSpPr>
              <p:grpSpPr>
                <a:xfrm>
                  <a:off x="3774829" y="2341404"/>
                  <a:ext cx="452030" cy="448397"/>
                  <a:chOff x="1422910" y="3390489"/>
                  <a:chExt cx="452030" cy="448397"/>
                </a:xfrm>
              </p:grpSpPr>
              <p:sp>
                <p:nvSpPr>
                  <p:cNvPr id="105" name="Rectangle 104">
                    <a:extLst>
                      <a:ext uri="{FF2B5EF4-FFF2-40B4-BE49-F238E27FC236}">
                        <a16:creationId xmlns:a16="http://schemas.microsoft.com/office/drawing/2014/main" id="{E7BA2443-ED72-505A-72F2-FCD44C56F1ED}"/>
                      </a:ext>
                    </a:extLst>
                  </p:cNvPr>
                  <p:cNvSpPr/>
                  <p:nvPr/>
                </p:nvSpPr>
                <p:spPr>
                  <a:xfrm>
                    <a:off x="1441399" y="3400906"/>
                    <a:ext cx="410119" cy="410119"/>
                  </a:xfrm>
                  <a:prstGeom prst="rect">
                    <a:avLst/>
                  </a:prstGeom>
                  <a:solidFill>
                    <a:srgbClr val="00B0F0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100"/>
                  </a:p>
                </p:txBody>
              </p:sp>
              <p:sp>
                <p:nvSpPr>
                  <p:cNvPr id="106" name="TextBox 105">
                    <a:extLst>
                      <a:ext uri="{FF2B5EF4-FFF2-40B4-BE49-F238E27FC236}">
                        <a16:creationId xmlns:a16="http://schemas.microsoft.com/office/drawing/2014/main" id="{2B05DD22-233D-5D71-FDAB-3A083522C513}"/>
                      </a:ext>
                    </a:extLst>
                  </p:cNvPr>
                  <p:cNvSpPr txBox="1"/>
                  <p:nvPr/>
                </p:nvSpPr>
                <p:spPr>
                  <a:xfrm>
                    <a:off x="1422910" y="3390489"/>
                    <a:ext cx="452030" cy="44839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sz="1200" dirty="0">
                        <a:solidFill>
                          <a:schemeClr val="bg1"/>
                        </a:solidFill>
                        <a:latin typeface="Open Sans Light" pitchFamily="2" charset="0"/>
                        <a:ea typeface="Open Sans Light" pitchFamily="2" charset="0"/>
                        <a:cs typeface="Open Sans Light" pitchFamily="2" charset="0"/>
                      </a:rPr>
                      <a:t>C</a:t>
                    </a:r>
                  </a:p>
                </p:txBody>
              </p:sp>
            </p:grpSp>
            <p:sp>
              <p:nvSpPr>
                <p:cNvPr id="103" name="Oval 102">
                  <a:extLst>
                    <a:ext uri="{FF2B5EF4-FFF2-40B4-BE49-F238E27FC236}">
                      <a16:creationId xmlns:a16="http://schemas.microsoft.com/office/drawing/2014/main" id="{7AFAA705-56BF-66A4-F12E-8106F3785684}"/>
                    </a:ext>
                  </a:extLst>
                </p:cNvPr>
                <p:cNvSpPr/>
                <p:nvPr/>
              </p:nvSpPr>
              <p:spPr>
                <a:xfrm>
                  <a:off x="4085002" y="2526426"/>
                  <a:ext cx="53473" cy="53473"/>
                </a:xfrm>
                <a:prstGeom prst="ellipse">
                  <a:avLst/>
                </a:prstGeom>
                <a:solidFill>
                  <a:srgbClr val="156082">
                    <a:alpha val="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/>
                </a:p>
              </p:txBody>
            </p:sp>
            <p:sp>
              <p:nvSpPr>
                <p:cNvPr id="104" name="Oval 103">
                  <a:extLst>
                    <a:ext uri="{FF2B5EF4-FFF2-40B4-BE49-F238E27FC236}">
                      <a16:creationId xmlns:a16="http://schemas.microsoft.com/office/drawing/2014/main" id="{52D77823-DBA2-C19A-E471-EC306696E0D6}"/>
                    </a:ext>
                  </a:extLst>
                </p:cNvPr>
                <p:cNvSpPr/>
                <p:nvPr/>
              </p:nvSpPr>
              <p:spPr>
                <a:xfrm>
                  <a:off x="3856393" y="2368180"/>
                  <a:ext cx="53473" cy="53473"/>
                </a:xfrm>
                <a:prstGeom prst="ellipse">
                  <a:avLst/>
                </a:prstGeom>
                <a:solidFill>
                  <a:srgbClr val="156082">
                    <a:alpha val="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/>
                </a:p>
              </p:txBody>
            </p:sp>
          </p:grp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3DD7D40D-CCBF-704B-462F-7D96BCFA4A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22635" y="2913793"/>
                <a:ext cx="0" cy="20563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23A47435-D678-F5C9-0286-12C1DF533E49}"/>
                  </a:ext>
                </a:extLst>
              </p:cNvPr>
              <p:cNvGrpSpPr/>
              <p:nvPr/>
            </p:nvGrpSpPr>
            <p:grpSpPr>
              <a:xfrm>
                <a:off x="8269818" y="3886199"/>
                <a:ext cx="505634" cy="495952"/>
                <a:chOff x="2587877" y="3400906"/>
                <a:chExt cx="505634" cy="495952"/>
              </a:xfrm>
            </p:grpSpPr>
            <p:sp>
              <p:nvSpPr>
                <p:cNvPr id="100" name="Triangle 99">
                  <a:extLst>
                    <a:ext uri="{FF2B5EF4-FFF2-40B4-BE49-F238E27FC236}">
                      <a16:creationId xmlns:a16="http://schemas.microsoft.com/office/drawing/2014/main" id="{20A27290-7DE8-10F4-8842-DF9EA5945BFB}"/>
                    </a:ext>
                  </a:extLst>
                </p:cNvPr>
                <p:cNvSpPr/>
                <p:nvPr/>
              </p:nvSpPr>
              <p:spPr>
                <a:xfrm>
                  <a:off x="2587877" y="3400906"/>
                  <a:ext cx="505634" cy="435891"/>
                </a:xfrm>
                <a:prstGeom prst="triangle">
                  <a:avLst/>
                </a:prstGeom>
                <a:solidFill>
                  <a:srgbClr val="00B0F0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/>
                </a:p>
              </p:txBody>
            </p:sp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0E0E0C90-3BF0-5A6B-455D-DDE3077435F3}"/>
                    </a:ext>
                  </a:extLst>
                </p:cNvPr>
                <p:cNvSpPr txBox="1"/>
                <p:nvPr/>
              </p:nvSpPr>
              <p:spPr>
                <a:xfrm>
                  <a:off x="2629340" y="3473373"/>
                  <a:ext cx="433866" cy="4234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100" b="1" dirty="0">
                      <a:solidFill>
                        <a:schemeClr val="bg1"/>
                      </a:solidFill>
                      <a:latin typeface="Open Sans Light" pitchFamily="2" charset="0"/>
                      <a:ea typeface="Open Sans Light" pitchFamily="2" charset="0"/>
                      <a:cs typeface="Open Sans Light" pitchFamily="2" charset="0"/>
                    </a:rPr>
                    <a:t>T</a:t>
                  </a:r>
                  <a:endParaRPr lang="en-US" sz="1100" b="1" dirty="0">
                    <a:solidFill>
                      <a:schemeClr val="bg1"/>
                    </a:solidFill>
                    <a:latin typeface="Open Sans ExtraBold" pitchFamily="2" charset="0"/>
                    <a:ea typeface="Open Sans ExtraBold" pitchFamily="2" charset="0"/>
                    <a:cs typeface="Open Sans ExtraBold" pitchFamily="2" charset="0"/>
                  </a:endParaRP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DA86B288-41A8-899B-E4DE-4124BCBFDEAC}"/>
                  </a:ext>
                </a:extLst>
              </p:cNvPr>
              <p:cNvGrpSpPr/>
              <p:nvPr/>
            </p:nvGrpSpPr>
            <p:grpSpPr>
              <a:xfrm>
                <a:off x="9047993" y="3392859"/>
                <a:ext cx="490597" cy="548038"/>
                <a:chOff x="1413198" y="1500358"/>
                <a:chExt cx="490597" cy="548038"/>
              </a:xfrm>
            </p:grpSpPr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CCCBB841-CA6D-169C-BBC4-FAD6F2F337DB}"/>
                    </a:ext>
                  </a:extLst>
                </p:cNvPr>
                <p:cNvSpPr/>
                <p:nvPr/>
              </p:nvSpPr>
              <p:spPr>
                <a:xfrm>
                  <a:off x="1413198" y="1524079"/>
                  <a:ext cx="490597" cy="490597"/>
                </a:xfrm>
                <a:prstGeom prst="ellipse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/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5A8B6199-8C2B-935F-8290-A004F9F0CFFB}"/>
                    </a:ext>
                  </a:extLst>
                </p:cNvPr>
                <p:cNvSpPr txBox="1"/>
                <p:nvPr/>
              </p:nvSpPr>
              <p:spPr>
                <a:xfrm>
                  <a:off x="1415050" y="1500358"/>
                  <a:ext cx="475384" cy="5480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&lt;</a:t>
                  </a:r>
                </a:p>
              </p:txBody>
            </p:sp>
          </p:grp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30671BD2-D1DB-7A1F-0B7E-90F3D7FC48A2}"/>
                  </a:ext>
                </a:extLst>
              </p:cNvPr>
              <p:cNvCxnSpPr>
                <a:cxnSpLocks/>
                <a:stCxn id="106" idx="2"/>
                <a:endCxn id="100" idx="0"/>
              </p:cNvCxnSpPr>
              <p:nvPr/>
            </p:nvCxnSpPr>
            <p:spPr>
              <a:xfrm flipH="1">
                <a:off x="8522635" y="3580616"/>
                <a:ext cx="7197" cy="3055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1C1A7CA9-4202-9BDC-852D-DE826BD3CA8F}"/>
                  </a:ext>
                </a:extLst>
              </p:cNvPr>
              <p:cNvGrpSpPr/>
              <p:nvPr/>
            </p:nvGrpSpPr>
            <p:grpSpPr>
              <a:xfrm>
                <a:off x="7505939" y="3390958"/>
                <a:ext cx="490597" cy="548038"/>
                <a:chOff x="1413198" y="1513119"/>
                <a:chExt cx="490597" cy="548038"/>
              </a:xfrm>
            </p:grpSpPr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EE1F8A20-3FD5-1152-A985-A8E96B30F27B}"/>
                    </a:ext>
                  </a:extLst>
                </p:cNvPr>
                <p:cNvSpPr/>
                <p:nvPr/>
              </p:nvSpPr>
              <p:spPr>
                <a:xfrm>
                  <a:off x="1413198" y="1524079"/>
                  <a:ext cx="490597" cy="490597"/>
                </a:xfrm>
                <a:prstGeom prst="ellipse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/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336C0314-D179-0EFC-E2A7-228D99154EB5}"/>
                    </a:ext>
                  </a:extLst>
                </p:cNvPr>
                <p:cNvSpPr txBox="1"/>
                <p:nvPr/>
              </p:nvSpPr>
              <p:spPr>
                <a:xfrm>
                  <a:off x="1427838" y="1513119"/>
                  <a:ext cx="475384" cy="5480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zh-CN" sz="1600" dirty="0"/>
                    <a:t>+</a:t>
                  </a:r>
                  <a:endParaRPr lang="en-US" sz="1600" dirty="0"/>
                </a:p>
              </p:txBody>
            </p:sp>
          </p:grpSp>
          <p:cxnSp>
            <p:nvCxnSpPr>
              <p:cNvPr id="65" name="Straight Arrow Connector 64">
                <a:extLst>
                  <a:ext uri="{FF2B5EF4-FFF2-40B4-BE49-F238E27FC236}">
                    <a16:creationId xmlns:a16="http://schemas.microsoft.com/office/drawing/2014/main" id="{F5BF041D-966E-A4A2-524C-E63F23A71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6573" y="3667230"/>
                <a:ext cx="21541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27F2A1FC-9DBD-5548-2B22-95565FC3C322}"/>
                  </a:ext>
                </a:extLst>
              </p:cNvPr>
              <p:cNvSpPr txBox="1"/>
              <p:nvPr/>
            </p:nvSpPr>
            <p:spPr>
              <a:xfrm>
                <a:off x="7025165" y="3470522"/>
                <a:ext cx="369332" cy="423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1</a:t>
                </a:r>
                <a:endParaRPr lang="en-US" sz="1100" dirty="0"/>
              </a:p>
            </p:txBody>
          </p:sp>
          <p:sp>
            <p:nvSpPr>
              <p:cNvPr id="67" name="Arc 66">
                <a:extLst>
                  <a:ext uri="{FF2B5EF4-FFF2-40B4-BE49-F238E27FC236}">
                    <a16:creationId xmlns:a16="http://schemas.microsoft.com/office/drawing/2014/main" id="{83BDC669-2DAA-2822-F63B-559F646F334E}"/>
                  </a:ext>
                </a:extLst>
              </p:cNvPr>
              <p:cNvSpPr/>
              <p:nvPr/>
            </p:nvSpPr>
            <p:spPr>
              <a:xfrm rot="11966475">
                <a:off x="7663289" y="3622287"/>
                <a:ext cx="985105" cy="814417"/>
              </a:xfrm>
              <a:prstGeom prst="arc">
                <a:avLst>
                  <a:gd name="adj1" fmla="val 12006505"/>
                  <a:gd name="adj2" fmla="val 21385548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543DA5FF-CA36-0DF1-CD56-5F0B18358D6F}"/>
                  </a:ext>
                </a:extLst>
              </p:cNvPr>
              <p:cNvCxnSpPr>
                <a:cxnSpLocks/>
                <a:stCxn id="96" idx="7"/>
                <a:endCxn id="105" idx="1"/>
              </p:cNvCxnSpPr>
              <p:nvPr/>
            </p:nvCxnSpPr>
            <p:spPr>
              <a:xfrm flipV="1">
                <a:off x="7924690" y="3347695"/>
                <a:ext cx="397616" cy="12606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Arc 68">
                <a:extLst>
                  <a:ext uri="{FF2B5EF4-FFF2-40B4-BE49-F238E27FC236}">
                    <a16:creationId xmlns:a16="http://schemas.microsoft.com/office/drawing/2014/main" id="{E9EB81CB-6DC6-59C7-A6F2-7AB2EFAE1E61}"/>
                  </a:ext>
                </a:extLst>
              </p:cNvPr>
              <p:cNvSpPr/>
              <p:nvPr/>
            </p:nvSpPr>
            <p:spPr>
              <a:xfrm rot="11446800" flipH="1">
                <a:off x="8087031" y="2919097"/>
                <a:ext cx="1687153" cy="744183"/>
              </a:xfrm>
              <a:prstGeom prst="arc">
                <a:avLst>
                  <a:gd name="adj1" fmla="val 13450294"/>
                  <a:gd name="adj2" fmla="val 17871080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70" name="Arc 69">
                <a:extLst>
                  <a:ext uri="{FF2B5EF4-FFF2-40B4-BE49-F238E27FC236}">
                    <a16:creationId xmlns:a16="http://schemas.microsoft.com/office/drawing/2014/main" id="{A9455A94-377B-7934-D3E1-37E688F327EC}"/>
                  </a:ext>
                </a:extLst>
              </p:cNvPr>
              <p:cNvSpPr/>
              <p:nvPr/>
            </p:nvSpPr>
            <p:spPr>
              <a:xfrm rot="670503" flipH="1">
                <a:off x="8272758" y="3330223"/>
                <a:ext cx="1213805" cy="910802"/>
              </a:xfrm>
              <a:prstGeom prst="arc">
                <a:avLst>
                  <a:gd name="adj1" fmla="val 14352678"/>
                  <a:gd name="adj2" fmla="val 18037249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86AF7E04-8FF2-4833-9B90-34786312BC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6718" y="3185671"/>
                <a:ext cx="7032" cy="22505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F4B6142-F107-8BCB-1AAD-31A97D2164DB}"/>
                  </a:ext>
                </a:extLst>
              </p:cNvPr>
              <p:cNvSpPr txBox="1"/>
              <p:nvPr/>
            </p:nvSpPr>
            <p:spPr>
              <a:xfrm>
                <a:off x="9104669" y="2834593"/>
                <a:ext cx="385938" cy="423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n</a:t>
                </a:r>
                <a:endParaRPr lang="en-US" sz="11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B5096EB-191A-F03A-A79E-C7A7C1C6AE1F}"/>
                  </a:ext>
                </a:extLst>
              </p:cNvPr>
              <p:cNvSpPr txBox="1"/>
              <p:nvPr/>
            </p:nvSpPr>
            <p:spPr>
              <a:xfrm>
                <a:off x="8329667" y="2528164"/>
                <a:ext cx="385938" cy="423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i</a:t>
                </a:r>
                <a:endParaRPr lang="en-US" sz="1100" dirty="0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036FE45-FBA4-8708-E5B8-7B3481275C71}"/>
                  </a:ext>
                </a:extLst>
              </p:cNvPr>
              <p:cNvSpPr/>
              <p:nvPr/>
            </p:nvSpPr>
            <p:spPr>
              <a:xfrm>
                <a:off x="8276434" y="4770522"/>
                <a:ext cx="493776" cy="493776"/>
              </a:xfrm>
              <a:prstGeom prst="ellipse">
                <a:avLst/>
              </a:prstGeom>
              <a:solidFill>
                <a:schemeClr val="accent2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6A68D97-FCDE-7CE2-8751-E23CF23B0C6F}"/>
                  </a:ext>
                </a:extLst>
              </p:cNvPr>
              <p:cNvSpPr txBox="1"/>
              <p:nvPr/>
            </p:nvSpPr>
            <p:spPr>
              <a:xfrm>
                <a:off x="8251309" y="4739144"/>
                <a:ext cx="566205" cy="4234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/>
                    </a:solidFill>
                    <a:latin typeface="Open Sans Light" pitchFamily="2" charset="0"/>
                    <a:ea typeface="Open Sans Light" pitchFamily="2" charset="0"/>
                    <a:cs typeface="Open Sans Light" pitchFamily="2" charset="0"/>
                  </a:rPr>
                  <a:t>LD</a:t>
                </a:r>
              </a:p>
            </p:txBody>
          </p: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6B3FAB5B-108D-89A0-B234-3E0CBF2CB4C3}"/>
                  </a:ext>
                </a:extLst>
              </p:cNvPr>
              <p:cNvCxnSpPr>
                <a:cxnSpLocks/>
                <a:stCxn id="67" idx="0"/>
                <a:endCxn id="74" idx="0"/>
              </p:cNvCxnSpPr>
              <p:nvPr/>
            </p:nvCxnSpPr>
            <p:spPr>
              <a:xfrm flipH="1">
                <a:off x="8523322" y="4334880"/>
                <a:ext cx="2327" cy="43564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EC12C98D-0C84-58F5-B5F1-4071FADAC7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14301" y="2948009"/>
                <a:ext cx="0" cy="20563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00218F4-FA0D-4B40-EF49-0DC10E147644}"/>
                  </a:ext>
                </a:extLst>
              </p:cNvPr>
              <p:cNvSpPr txBox="1"/>
              <p:nvPr/>
            </p:nvSpPr>
            <p:spPr>
              <a:xfrm>
                <a:off x="9829215" y="2562380"/>
                <a:ext cx="385938" cy="423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p</a:t>
                </a:r>
                <a:endParaRPr lang="en-US" sz="1100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02622F94-AC6E-2601-3559-381B59CE0B84}"/>
                  </a:ext>
                </a:extLst>
              </p:cNvPr>
              <p:cNvSpPr/>
              <p:nvPr/>
            </p:nvSpPr>
            <p:spPr>
              <a:xfrm>
                <a:off x="9796517" y="3142635"/>
                <a:ext cx="410119" cy="410119"/>
              </a:xfrm>
              <a:prstGeom prst="rect">
                <a:avLst/>
              </a:prstGeom>
              <a:solidFill>
                <a:srgbClr val="00B0F0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895CA03-C13D-E9BC-72C0-24D962762BD7}"/>
                  </a:ext>
                </a:extLst>
              </p:cNvPr>
              <p:cNvSpPr txBox="1"/>
              <p:nvPr/>
            </p:nvSpPr>
            <p:spPr>
              <a:xfrm>
                <a:off x="9777665" y="3117133"/>
                <a:ext cx="452030" cy="448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chemeClr val="bg1"/>
                    </a:solidFill>
                    <a:latin typeface="Open Sans Light" pitchFamily="2" charset="0"/>
                    <a:ea typeface="Open Sans Light" pitchFamily="2" charset="0"/>
                    <a:cs typeface="Open Sans Light" pitchFamily="2" charset="0"/>
                  </a:rPr>
                  <a:t>C</a:t>
                </a:r>
              </a:p>
            </p:txBody>
          </p:sp>
          <p:sp>
            <p:nvSpPr>
              <p:cNvPr id="81" name="Triangle 80">
                <a:extLst>
                  <a:ext uri="{FF2B5EF4-FFF2-40B4-BE49-F238E27FC236}">
                    <a16:creationId xmlns:a16="http://schemas.microsoft.com/office/drawing/2014/main" id="{760F24B1-584D-59A2-50BD-B755A2FA3C51}"/>
                  </a:ext>
                </a:extLst>
              </p:cNvPr>
              <p:cNvSpPr/>
              <p:nvPr/>
            </p:nvSpPr>
            <p:spPr>
              <a:xfrm>
                <a:off x="9753593" y="3889374"/>
                <a:ext cx="505634" cy="435891"/>
              </a:xfrm>
              <a:prstGeom prst="triangle">
                <a:avLst/>
              </a:prstGeom>
              <a:solidFill>
                <a:srgbClr val="00B0F0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3C0424F-F997-4FAB-C404-E11A01995E16}"/>
                  </a:ext>
                </a:extLst>
              </p:cNvPr>
              <p:cNvSpPr txBox="1"/>
              <p:nvPr/>
            </p:nvSpPr>
            <p:spPr>
              <a:xfrm>
                <a:off x="9795830" y="3963915"/>
                <a:ext cx="433866" cy="4234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b="1" dirty="0">
                    <a:solidFill>
                      <a:schemeClr val="bg1"/>
                    </a:solidFill>
                    <a:latin typeface="Open Sans Light" pitchFamily="2" charset="0"/>
                    <a:ea typeface="Open Sans Light" pitchFamily="2" charset="0"/>
                    <a:cs typeface="Open Sans Light" pitchFamily="2" charset="0"/>
                  </a:rPr>
                  <a:t>T</a:t>
                </a:r>
                <a:endParaRPr lang="en-US" sz="1100" b="1" dirty="0">
                  <a:solidFill>
                    <a:schemeClr val="bg1"/>
                  </a:solidFill>
                  <a:latin typeface="Open Sans ExtraBold" pitchFamily="2" charset="0"/>
                  <a:ea typeface="Open Sans ExtraBold" pitchFamily="2" charset="0"/>
                  <a:cs typeface="Open Sans ExtraBold" pitchFamily="2" charset="0"/>
                </a:endParaRPr>
              </a:p>
            </p:txBody>
          </p: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FBB319B9-3C72-E5DC-2649-10E90D9108EF}"/>
                  </a:ext>
                </a:extLst>
              </p:cNvPr>
              <p:cNvCxnSpPr>
                <a:cxnSpLocks/>
                <a:stCxn id="80" idx="2"/>
                <a:endCxn id="81" idx="0"/>
              </p:cNvCxnSpPr>
              <p:nvPr/>
            </p:nvCxnSpPr>
            <p:spPr>
              <a:xfrm>
                <a:off x="10003680" y="3565529"/>
                <a:ext cx="2729" cy="3238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36F1128B-B2F2-4EE0-74D7-4D236F688C37}"/>
                  </a:ext>
                </a:extLst>
              </p:cNvPr>
              <p:cNvCxnSpPr>
                <a:cxnSpLocks/>
                <a:endCxn id="81" idx="1"/>
              </p:cNvCxnSpPr>
              <p:nvPr/>
            </p:nvCxnSpPr>
            <p:spPr>
              <a:xfrm>
                <a:off x="9487824" y="3838506"/>
                <a:ext cx="392178" cy="26881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Arc 84">
                <a:extLst>
                  <a:ext uri="{FF2B5EF4-FFF2-40B4-BE49-F238E27FC236}">
                    <a16:creationId xmlns:a16="http://schemas.microsoft.com/office/drawing/2014/main" id="{88A7D5C7-15AA-8A1A-EF6C-5859F6C32792}"/>
                  </a:ext>
                </a:extLst>
              </p:cNvPr>
              <p:cNvSpPr/>
              <p:nvPr/>
            </p:nvSpPr>
            <p:spPr>
              <a:xfrm rot="21230945">
                <a:off x="9340400" y="3361409"/>
                <a:ext cx="753571" cy="910802"/>
              </a:xfrm>
              <a:prstGeom prst="arc">
                <a:avLst>
                  <a:gd name="adj1" fmla="val 14352678"/>
                  <a:gd name="adj2" fmla="val 17289470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86" name="Arc 85">
                <a:extLst>
                  <a:ext uri="{FF2B5EF4-FFF2-40B4-BE49-F238E27FC236}">
                    <a16:creationId xmlns:a16="http://schemas.microsoft.com/office/drawing/2014/main" id="{5D309250-AD68-937F-4E58-24E14563BD5D}"/>
                  </a:ext>
                </a:extLst>
              </p:cNvPr>
              <p:cNvSpPr/>
              <p:nvPr/>
            </p:nvSpPr>
            <p:spPr>
              <a:xfrm rot="8815804">
                <a:off x="8444122" y="3988821"/>
                <a:ext cx="1612839" cy="1015866"/>
              </a:xfrm>
              <a:prstGeom prst="arc">
                <a:avLst>
                  <a:gd name="adj1" fmla="val 12006505"/>
                  <a:gd name="adj2" fmla="val 20570908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87" name="Arc 86">
                <a:extLst>
                  <a:ext uri="{FF2B5EF4-FFF2-40B4-BE49-F238E27FC236}">
                    <a16:creationId xmlns:a16="http://schemas.microsoft.com/office/drawing/2014/main" id="{E562F117-BA06-3B43-6472-25B36DFD2599}"/>
                  </a:ext>
                </a:extLst>
              </p:cNvPr>
              <p:cNvSpPr/>
              <p:nvPr/>
            </p:nvSpPr>
            <p:spPr>
              <a:xfrm rot="16200000" flipV="1">
                <a:off x="9770262" y="3396908"/>
                <a:ext cx="1223138" cy="1076639"/>
              </a:xfrm>
              <a:prstGeom prst="arc">
                <a:avLst>
                  <a:gd name="adj1" fmla="val 7992904"/>
                  <a:gd name="adj2" fmla="val 1094469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629638F5-133F-1A15-3213-D2929C3EDDF6}"/>
                  </a:ext>
                </a:extLst>
              </p:cNvPr>
              <p:cNvSpPr/>
              <p:nvPr/>
            </p:nvSpPr>
            <p:spPr>
              <a:xfrm>
                <a:off x="8282306" y="6216493"/>
                <a:ext cx="493776" cy="493776"/>
              </a:xfrm>
              <a:prstGeom prst="ellipse">
                <a:avLst/>
              </a:prstGeom>
              <a:solidFill>
                <a:schemeClr val="accent2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100" dirty="0"/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1EF967EB-F807-8941-D5B0-BA33961158C9}"/>
                  </a:ext>
                </a:extLst>
              </p:cNvPr>
              <p:cNvSpPr txBox="1"/>
              <p:nvPr/>
            </p:nvSpPr>
            <p:spPr>
              <a:xfrm>
                <a:off x="8270151" y="6185115"/>
                <a:ext cx="540256" cy="4234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/>
                    </a:solidFill>
                    <a:latin typeface="Open Sans Light" pitchFamily="2" charset="0"/>
                    <a:ea typeface="Open Sans Light" pitchFamily="2" charset="0"/>
                    <a:cs typeface="Open Sans Light" pitchFamily="2" charset="0"/>
                  </a:rPr>
                  <a:t>ST</a:t>
                </a:r>
              </a:p>
            </p:txBody>
          </p: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C64638E5-B296-5B30-6626-32837ED8CFFB}"/>
                  </a:ext>
                </a:extLst>
              </p:cNvPr>
              <p:cNvGrpSpPr/>
              <p:nvPr/>
            </p:nvGrpSpPr>
            <p:grpSpPr>
              <a:xfrm>
                <a:off x="8275789" y="5459956"/>
                <a:ext cx="490597" cy="548038"/>
                <a:chOff x="1413198" y="1474836"/>
                <a:chExt cx="490597" cy="548038"/>
              </a:xfrm>
            </p:grpSpPr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A1464FA5-F080-C926-609E-80348C143ED6}"/>
                    </a:ext>
                  </a:extLst>
                </p:cNvPr>
                <p:cNvSpPr/>
                <p:nvPr/>
              </p:nvSpPr>
              <p:spPr>
                <a:xfrm>
                  <a:off x="1413198" y="1524079"/>
                  <a:ext cx="490597" cy="490597"/>
                </a:xfrm>
                <a:prstGeom prst="ellipse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3D0F57AF-EB86-D218-4443-010DA419D1DB}"/>
                    </a:ext>
                  </a:extLst>
                </p:cNvPr>
                <p:cNvSpPr txBox="1"/>
                <p:nvPr/>
              </p:nvSpPr>
              <p:spPr>
                <a:xfrm>
                  <a:off x="1422864" y="1474836"/>
                  <a:ext cx="459813" cy="54803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dirty="0"/>
                    <a:t>g</a:t>
                  </a:r>
                </a:p>
              </p:txBody>
            </p:sp>
          </p:grpSp>
          <p:cxnSp>
            <p:nvCxnSpPr>
              <p:cNvPr id="91" name="Straight Arrow Connector 90">
                <a:extLst>
                  <a:ext uri="{FF2B5EF4-FFF2-40B4-BE49-F238E27FC236}">
                    <a16:creationId xmlns:a16="http://schemas.microsoft.com/office/drawing/2014/main" id="{49AD7415-8847-2ED6-E072-358749011C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20238" y="5283949"/>
                <a:ext cx="237" cy="2221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8AC1BF2C-B601-2661-2F16-961A16F49D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29194" y="5994774"/>
                <a:ext cx="237" cy="2221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3" name="Arc 92">
                <a:extLst>
                  <a:ext uri="{FF2B5EF4-FFF2-40B4-BE49-F238E27FC236}">
                    <a16:creationId xmlns:a16="http://schemas.microsoft.com/office/drawing/2014/main" id="{E2DC3086-061F-A303-3893-5D8FDCC297F0}"/>
                  </a:ext>
                </a:extLst>
              </p:cNvPr>
              <p:cNvSpPr/>
              <p:nvPr/>
            </p:nvSpPr>
            <p:spPr>
              <a:xfrm rot="5132142">
                <a:off x="7804087" y="5299043"/>
                <a:ext cx="1317147" cy="1015866"/>
              </a:xfrm>
              <a:prstGeom prst="arc">
                <a:avLst>
                  <a:gd name="adj1" fmla="val 12253033"/>
                  <a:gd name="adj2" fmla="val 20229224"/>
                </a:avLst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100"/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EF38151-038E-F58B-ACCC-A55B38673C32}"/>
                </a:ext>
              </a:extLst>
            </p:cNvPr>
            <p:cNvSpPr txBox="1"/>
            <p:nvPr/>
          </p:nvSpPr>
          <p:spPr>
            <a:xfrm>
              <a:off x="3063340" y="3121410"/>
              <a:ext cx="25039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A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A12BAE0-53A4-2EFE-5A35-7C89BB003381}"/>
                </a:ext>
              </a:extLst>
            </p:cNvPr>
            <p:cNvSpPr txBox="1"/>
            <p:nvPr/>
          </p:nvSpPr>
          <p:spPr>
            <a:xfrm>
              <a:off x="3069690" y="4009704"/>
              <a:ext cx="25039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Open Sans Light" pitchFamily="2" charset="0"/>
                  <a:ea typeface="Open Sans Light" pitchFamily="2" charset="0"/>
                  <a:cs typeface="Open Sans Light" pitchFamily="2" charset="0"/>
                </a:rPr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7192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15</Words>
  <Application>Microsoft Macintosh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Open Sans ExtraBold</vt:lpstr>
      <vt:lpstr>Open Sans Light</vt:lpstr>
      <vt:lpstr>Aptos</vt:lpstr>
      <vt:lpstr>Aptos Display</vt:lpstr>
      <vt:lpstr>Arial</vt:lpstr>
      <vt:lpstr>Menlo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Zhengyao Lin</dc:creator>
  <cp:lastModifiedBy>Zhengyao Lin</cp:lastModifiedBy>
  <cp:revision>3</cp:revision>
  <dcterms:created xsi:type="dcterms:W3CDTF">2026-05-02T12:44:40Z</dcterms:created>
  <dcterms:modified xsi:type="dcterms:W3CDTF">2026-05-02T16:39:23Z</dcterms:modified>
</cp:coreProperties>
</file>