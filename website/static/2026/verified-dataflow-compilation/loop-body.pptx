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1828800" cy="2743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64" userDrawn="1">
          <p15:clr>
            <a:srgbClr val="A4A3A4"/>
          </p15:clr>
        </p15:guide>
        <p15:guide id="2" pos="5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18"/>
    <p:restoredTop sz="94694"/>
  </p:normalViewPr>
  <p:slideViewPr>
    <p:cSldViewPr snapToGrid="0" showGuides="1">
      <p:cViewPr varScale="1">
        <p:scale>
          <a:sx n="292" d="100"/>
          <a:sy n="292" d="100"/>
        </p:scale>
        <p:origin x="3984" y="168"/>
      </p:cViewPr>
      <p:guideLst>
        <p:guide orient="horz" pos="864"/>
        <p:guide pos="57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" y="448945"/>
            <a:ext cx="1554480" cy="955040"/>
          </a:xfrm>
        </p:spPr>
        <p:txBody>
          <a:bodyPr anchor="b"/>
          <a:lstStyle>
            <a:lvl1pPr algn="ctr">
              <a:defRPr sz="1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1440815"/>
            <a:ext cx="1371600" cy="662305"/>
          </a:xfrm>
        </p:spPr>
        <p:txBody>
          <a:bodyPr/>
          <a:lstStyle>
            <a:lvl1pPr marL="0" indent="0" algn="ctr">
              <a:buNone/>
              <a:defRPr sz="480"/>
            </a:lvl1pPr>
            <a:lvl2pPr marL="91440" indent="0" algn="ctr">
              <a:buNone/>
              <a:defRPr sz="400"/>
            </a:lvl2pPr>
            <a:lvl3pPr marL="182880" indent="0" algn="ctr">
              <a:buNone/>
              <a:defRPr sz="360"/>
            </a:lvl3pPr>
            <a:lvl4pPr marL="274320" indent="0" algn="ctr">
              <a:buNone/>
              <a:defRPr sz="320"/>
            </a:lvl4pPr>
            <a:lvl5pPr marL="365760" indent="0" algn="ctr">
              <a:buNone/>
              <a:defRPr sz="320"/>
            </a:lvl5pPr>
            <a:lvl6pPr marL="457200" indent="0" algn="ctr">
              <a:buNone/>
              <a:defRPr sz="320"/>
            </a:lvl6pPr>
            <a:lvl7pPr marL="548640" indent="0" algn="ctr">
              <a:buNone/>
              <a:defRPr sz="320"/>
            </a:lvl7pPr>
            <a:lvl8pPr marL="640080" indent="0" algn="ctr">
              <a:buNone/>
              <a:defRPr sz="320"/>
            </a:lvl8pPr>
            <a:lvl9pPr marL="731520" indent="0" algn="ctr">
              <a:buNone/>
              <a:defRPr sz="3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D8035-3E42-F140-9E4B-415BD9B12517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5BCB0-35D8-EB47-90F6-ECAA1A0F3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842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D8035-3E42-F140-9E4B-415BD9B12517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5BCB0-35D8-EB47-90F6-ECAA1A0F3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468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8" y="683896"/>
            <a:ext cx="1577340" cy="1141095"/>
          </a:xfrm>
        </p:spPr>
        <p:txBody>
          <a:bodyPr anchor="b"/>
          <a:lstStyle>
            <a:lvl1pPr>
              <a:defRPr sz="1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8" y="1835786"/>
            <a:ext cx="1577340" cy="600075"/>
          </a:xfrm>
        </p:spPr>
        <p:txBody>
          <a:bodyPr/>
          <a:lstStyle>
            <a:lvl1pPr marL="0" indent="0">
              <a:buNone/>
              <a:defRPr sz="480">
                <a:solidFill>
                  <a:schemeClr val="tx1">
                    <a:tint val="82000"/>
                  </a:schemeClr>
                </a:solidFill>
              </a:defRPr>
            </a:lvl1pPr>
            <a:lvl2pPr marL="91440" indent="0">
              <a:buNone/>
              <a:defRPr sz="400">
                <a:solidFill>
                  <a:schemeClr val="tx1">
                    <a:tint val="82000"/>
                  </a:schemeClr>
                </a:solidFill>
              </a:defRPr>
            </a:lvl2pPr>
            <a:lvl3pPr marL="182880" indent="0">
              <a:buNone/>
              <a:defRPr sz="360">
                <a:solidFill>
                  <a:schemeClr val="tx1">
                    <a:tint val="82000"/>
                  </a:schemeClr>
                </a:solidFill>
              </a:defRPr>
            </a:lvl3pPr>
            <a:lvl4pPr marL="274320" indent="0">
              <a:buNone/>
              <a:defRPr sz="320">
                <a:solidFill>
                  <a:schemeClr val="tx1">
                    <a:tint val="82000"/>
                  </a:schemeClr>
                </a:solidFill>
              </a:defRPr>
            </a:lvl4pPr>
            <a:lvl5pPr marL="365760" indent="0">
              <a:buNone/>
              <a:defRPr sz="320">
                <a:solidFill>
                  <a:schemeClr val="tx1">
                    <a:tint val="82000"/>
                  </a:schemeClr>
                </a:solidFill>
              </a:defRPr>
            </a:lvl5pPr>
            <a:lvl6pPr marL="457200" indent="0">
              <a:buNone/>
              <a:defRPr sz="320">
                <a:solidFill>
                  <a:schemeClr val="tx1">
                    <a:tint val="82000"/>
                  </a:schemeClr>
                </a:solidFill>
              </a:defRPr>
            </a:lvl6pPr>
            <a:lvl7pPr marL="548640" indent="0">
              <a:buNone/>
              <a:defRPr sz="320">
                <a:solidFill>
                  <a:schemeClr val="tx1">
                    <a:tint val="82000"/>
                  </a:schemeClr>
                </a:solidFill>
              </a:defRPr>
            </a:lvl7pPr>
            <a:lvl8pPr marL="640080" indent="0">
              <a:buNone/>
              <a:defRPr sz="320">
                <a:solidFill>
                  <a:schemeClr val="tx1">
                    <a:tint val="82000"/>
                  </a:schemeClr>
                </a:solidFill>
              </a:defRPr>
            </a:lvl8pPr>
            <a:lvl9pPr marL="731520" indent="0">
              <a:buNone/>
              <a:defRPr sz="3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D8035-3E42-F140-9E4B-415BD9B12517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5BCB0-35D8-EB47-90F6-ECAA1A0F3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447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" y="730250"/>
            <a:ext cx="77724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" y="730250"/>
            <a:ext cx="77724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D8035-3E42-F140-9E4B-415BD9B12517}" type="datetimeFigureOut">
              <a:rPr lang="en-US" smtClean="0"/>
              <a:t>5/2/26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5BCB0-35D8-EB47-90F6-ECAA1A0F3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501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" y="146051"/>
            <a:ext cx="1577340" cy="5302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" y="672465"/>
            <a:ext cx="773668" cy="329565"/>
          </a:xfrm>
        </p:spPr>
        <p:txBody>
          <a:bodyPr anchor="b"/>
          <a:lstStyle>
            <a:lvl1pPr marL="0" indent="0">
              <a:buNone/>
              <a:defRPr sz="480" b="1"/>
            </a:lvl1pPr>
            <a:lvl2pPr marL="91440" indent="0">
              <a:buNone/>
              <a:defRPr sz="400" b="1"/>
            </a:lvl2pPr>
            <a:lvl3pPr marL="182880" indent="0">
              <a:buNone/>
              <a:defRPr sz="360" b="1"/>
            </a:lvl3pPr>
            <a:lvl4pPr marL="274320" indent="0">
              <a:buNone/>
              <a:defRPr sz="320" b="1"/>
            </a:lvl4pPr>
            <a:lvl5pPr marL="365760" indent="0">
              <a:buNone/>
              <a:defRPr sz="320" b="1"/>
            </a:lvl5pPr>
            <a:lvl6pPr marL="457200" indent="0">
              <a:buNone/>
              <a:defRPr sz="320" b="1"/>
            </a:lvl6pPr>
            <a:lvl7pPr marL="548640" indent="0">
              <a:buNone/>
              <a:defRPr sz="320" b="1"/>
            </a:lvl7pPr>
            <a:lvl8pPr marL="640080" indent="0">
              <a:buNone/>
              <a:defRPr sz="320" b="1"/>
            </a:lvl8pPr>
            <a:lvl9pPr marL="731520" indent="0">
              <a:buNone/>
              <a:defRPr sz="3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" y="1002030"/>
            <a:ext cx="773668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" y="672465"/>
            <a:ext cx="777478" cy="329565"/>
          </a:xfrm>
        </p:spPr>
        <p:txBody>
          <a:bodyPr anchor="b"/>
          <a:lstStyle>
            <a:lvl1pPr marL="0" indent="0">
              <a:buNone/>
              <a:defRPr sz="480" b="1"/>
            </a:lvl1pPr>
            <a:lvl2pPr marL="91440" indent="0">
              <a:buNone/>
              <a:defRPr sz="400" b="1"/>
            </a:lvl2pPr>
            <a:lvl3pPr marL="182880" indent="0">
              <a:buNone/>
              <a:defRPr sz="360" b="1"/>
            </a:lvl3pPr>
            <a:lvl4pPr marL="274320" indent="0">
              <a:buNone/>
              <a:defRPr sz="320" b="1"/>
            </a:lvl4pPr>
            <a:lvl5pPr marL="365760" indent="0">
              <a:buNone/>
              <a:defRPr sz="320" b="1"/>
            </a:lvl5pPr>
            <a:lvl6pPr marL="457200" indent="0">
              <a:buNone/>
              <a:defRPr sz="320" b="1"/>
            </a:lvl6pPr>
            <a:lvl7pPr marL="548640" indent="0">
              <a:buNone/>
              <a:defRPr sz="320" b="1"/>
            </a:lvl7pPr>
            <a:lvl8pPr marL="640080" indent="0">
              <a:buNone/>
              <a:defRPr sz="320" b="1"/>
            </a:lvl8pPr>
            <a:lvl9pPr marL="731520" indent="0">
              <a:buNone/>
              <a:defRPr sz="3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" y="1002030"/>
            <a:ext cx="777478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D8035-3E42-F140-9E4B-415BD9B12517}" type="datetimeFigureOut">
              <a:rPr lang="en-US" smtClean="0"/>
              <a:t>5/2/26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5BCB0-35D8-EB47-90F6-ECAA1A0F3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556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D8035-3E42-F140-9E4B-415BD9B12517}" type="datetimeFigureOut">
              <a:rPr lang="en-US" smtClean="0"/>
              <a:t>5/2/26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5BCB0-35D8-EB47-90F6-ECAA1A0F3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814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D8035-3E42-F140-9E4B-415BD9B12517}" type="datetimeFigureOut">
              <a:rPr lang="en-US" smtClean="0"/>
              <a:t>5/2/26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5BCB0-35D8-EB47-90F6-ECAA1A0F3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989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" y="182880"/>
            <a:ext cx="589836" cy="640080"/>
          </a:xfrm>
        </p:spPr>
        <p:txBody>
          <a:bodyPr anchor="b"/>
          <a:lstStyle>
            <a:lvl1pPr>
              <a:defRPr sz="6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" y="394971"/>
            <a:ext cx="925830" cy="1949450"/>
          </a:xfrm>
        </p:spPr>
        <p:txBody>
          <a:bodyPr/>
          <a:lstStyle>
            <a:lvl1pPr>
              <a:defRPr sz="640"/>
            </a:lvl1pPr>
            <a:lvl2pPr>
              <a:defRPr sz="560"/>
            </a:lvl2pPr>
            <a:lvl3pPr>
              <a:defRPr sz="480"/>
            </a:lvl3pPr>
            <a:lvl4pPr>
              <a:defRPr sz="400"/>
            </a:lvl4pPr>
            <a:lvl5pPr>
              <a:defRPr sz="400"/>
            </a:lvl5pPr>
            <a:lvl6pPr>
              <a:defRPr sz="400"/>
            </a:lvl6pPr>
            <a:lvl7pPr>
              <a:defRPr sz="400"/>
            </a:lvl7pPr>
            <a:lvl8pPr>
              <a:defRPr sz="400"/>
            </a:lvl8pPr>
            <a:lvl9pPr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" y="822960"/>
            <a:ext cx="589836" cy="1524635"/>
          </a:xfrm>
        </p:spPr>
        <p:txBody>
          <a:bodyPr/>
          <a:lstStyle>
            <a:lvl1pPr marL="0" indent="0">
              <a:buNone/>
              <a:defRPr sz="320"/>
            </a:lvl1pPr>
            <a:lvl2pPr marL="91440" indent="0">
              <a:buNone/>
              <a:defRPr sz="280"/>
            </a:lvl2pPr>
            <a:lvl3pPr marL="182880" indent="0">
              <a:buNone/>
              <a:defRPr sz="240"/>
            </a:lvl3pPr>
            <a:lvl4pPr marL="274320" indent="0">
              <a:buNone/>
              <a:defRPr sz="200"/>
            </a:lvl4pPr>
            <a:lvl5pPr marL="365760" indent="0">
              <a:buNone/>
              <a:defRPr sz="200"/>
            </a:lvl5pPr>
            <a:lvl6pPr marL="457200" indent="0">
              <a:buNone/>
              <a:defRPr sz="200"/>
            </a:lvl6pPr>
            <a:lvl7pPr marL="548640" indent="0">
              <a:buNone/>
              <a:defRPr sz="200"/>
            </a:lvl7pPr>
            <a:lvl8pPr marL="640080" indent="0">
              <a:buNone/>
              <a:defRPr sz="200"/>
            </a:lvl8pPr>
            <a:lvl9pPr marL="731520" indent="0">
              <a:buNone/>
              <a:defRPr sz="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D8035-3E42-F140-9E4B-415BD9B12517}" type="datetimeFigureOut">
              <a:rPr lang="en-US" smtClean="0"/>
              <a:t>5/2/26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5BCB0-35D8-EB47-90F6-ECAA1A0F3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335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" y="182880"/>
            <a:ext cx="589836" cy="640080"/>
          </a:xfrm>
        </p:spPr>
        <p:txBody>
          <a:bodyPr anchor="b"/>
          <a:lstStyle>
            <a:lvl1pPr>
              <a:defRPr sz="6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" y="394971"/>
            <a:ext cx="925830" cy="1949450"/>
          </a:xfrm>
        </p:spPr>
        <p:txBody>
          <a:bodyPr anchor="t"/>
          <a:lstStyle>
            <a:lvl1pPr marL="0" indent="0">
              <a:buNone/>
              <a:defRPr sz="640"/>
            </a:lvl1pPr>
            <a:lvl2pPr marL="91440" indent="0">
              <a:buNone/>
              <a:defRPr sz="560"/>
            </a:lvl2pPr>
            <a:lvl3pPr marL="182880" indent="0">
              <a:buNone/>
              <a:defRPr sz="480"/>
            </a:lvl3pPr>
            <a:lvl4pPr marL="274320" indent="0">
              <a:buNone/>
              <a:defRPr sz="400"/>
            </a:lvl4pPr>
            <a:lvl5pPr marL="365760" indent="0">
              <a:buNone/>
              <a:defRPr sz="400"/>
            </a:lvl5pPr>
            <a:lvl6pPr marL="457200" indent="0">
              <a:buNone/>
              <a:defRPr sz="400"/>
            </a:lvl6pPr>
            <a:lvl7pPr marL="548640" indent="0">
              <a:buNone/>
              <a:defRPr sz="400"/>
            </a:lvl7pPr>
            <a:lvl8pPr marL="640080" indent="0">
              <a:buNone/>
              <a:defRPr sz="400"/>
            </a:lvl8pPr>
            <a:lvl9pPr marL="731520" indent="0">
              <a:buNone/>
              <a:defRPr sz="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" y="822960"/>
            <a:ext cx="589836" cy="1524635"/>
          </a:xfrm>
        </p:spPr>
        <p:txBody>
          <a:bodyPr/>
          <a:lstStyle>
            <a:lvl1pPr marL="0" indent="0">
              <a:buNone/>
              <a:defRPr sz="320"/>
            </a:lvl1pPr>
            <a:lvl2pPr marL="91440" indent="0">
              <a:buNone/>
              <a:defRPr sz="280"/>
            </a:lvl2pPr>
            <a:lvl3pPr marL="182880" indent="0">
              <a:buNone/>
              <a:defRPr sz="240"/>
            </a:lvl3pPr>
            <a:lvl4pPr marL="274320" indent="0">
              <a:buNone/>
              <a:defRPr sz="200"/>
            </a:lvl4pPr>
            <a:lvl5pPr marL="365760" indent="0">
              <a:buNone/>
              <a:defRPr sz="200"/>
            </a:lvl5pPr>
            <a:lvl6pPr marL="457200" indent="0">
              <a:buNone/>
              <a:defRPr sz="200"/>
            </a:lvl6pPr>
            <a:lvl7pPr marL="548640" indent="0">
              <a:buNone/>
              <a:defRPr sz="200"/>
            </a:lvl7pPr>
            <a:lvl8pPr marL="640080" indent="0">
              <a:buNone/>
              <a:defRPr sz="200"/>
            </a:lvl8pPr>
            <a:lvl9pPr marL="731520" indent="0">
              <a:buNone/>
              <a:defRPr sz="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D8035-3E42-F140-9E4B-415BD9B12517}" type="datetimeFigureOut">
              <a:rPr lang="en-US" smtClean="0"/>
              <a:t>5/2/26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5BCB0-35D8-EB47-90F6-ECAA1A0F3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537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D8035-3E42-F140-9E4B-415BD9B12517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5BCB0-35D8-EB47-90F6-ECAA1A0F3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283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" y="146050"/>
            <a:ext cx="394335" cy="2324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" y="146050"/>
            <a:ext cx="1160145" cy="23247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D8035-3E42-F140-9E4B-415BD9B12517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5BCB0-35D8-EB47-90F6-ECAA1A0F3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707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" y="146051"/>
            <a:ext cx="1577340" cy="530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" y="730250"/>
            <a:ext cx="1577340" cy="17405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" y="2542541"/>
            <a:ext cx="41148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8D8035-3E42-F140-9E4B-415BD9B12517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" y="2542541"/>
            <a:ext cx="61722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" y="2542541"/>
            <a:ext cx="41148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85BCB0-35D8-EB47-90F6-ECAA1A0F3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001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82880" rtl="0" eaLnBrk="1" latinLnBrk="0" hangingPunct="1">
        <a:lnSpc>
          <a:spcPct val="90000"/>
        </a:lnSpc>
        <a:spcBef>
          <a:spcPct val="0"/>
        </a:spcBef>
        <a:buNone/>
        <a:defRPr sz="8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" indent="-45720" algn="l" defTabSz="18288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56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" indent="-45720" algn="l" defTabSz="182880" rtl="0" eaLnBrk="1" latinLnBrk="0" hangingPunct="1">
        <a:lnSpc>
          <a:spcPct val="90000"/>
        </a:lnSpc>
        <a:spcBef>
          <a:spcPts val="100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" indent="-45720" algn="l" defTabSz="182880" rtl="0" eaLnBrk="1" latinLnBrk="0" hangingPunct="1">
        <a:lnSpc>
          <a:spcPct val="90000"/>
        </a:lnSpc>
        <a:spcBef>
          <a:spcPts val="100"/>
        </a:spcBef>
        <a:buFont typeface="Arial" panose="020B0604020202020204" pitchFamily="34" charset="0"/>
        <a:buChar char="•"/>
        <a:defRPr sz="4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" indent="-45720" algn="l" defTabSz="182880" rtl="0" eaLnBrk="1" latinLnBrk="0" hangingPunct="1">
        <a:lnSpc>
          <a:spcPct val="90000"/>
        </a:lnSpc>
        <a:spcBef>
          <a:spcPts val="100"/>
        </a:spcBef>
        <a:buFont typeface="Arial" panose="020B0604020202020204" pitchFamily="34" charset="0"/>
        <a:buChar char="•"/>
        <a:defRPr sz="36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" indent="-45720" algn="l" defTabSz="182880" rtl="0" eaLnBrk="1" latinLnBrk="0" hangingPunct="1">
        <a:lnSpc>
          <a:spcPct val="90000"/>
        </a:lnSpc>
        <a:spcBef>
          <a:spcPts val="100"/>
        </a:spcBef>
        <a:buFont typeface="Arial" panose="020B0604020202020204" pitchFamily="34" charset="0"/>
        <a:buChar char="•"/>
        <a:defRPr sz="36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" indent="-45720" algn="l" defTabSz="182880" rtl="0" eaLnBrk="1" latinLnBrk="0" hangingPunct="1">
        <a:lnSpc>
          <a:spcPct val="90000"/>
        </a:lnSpc>
        <a:spcBef>
          <a:spcPts val="100"/>
        </a:spcBef>
        <a:buFont typeface="Arial" panose="020B0604020202020204" pitchFamily="34" charset="0"/>
        <a:buChar char="•"/>
        <a:defRPr sz="36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" indent="-45720" algn="l" defTabSz="182880" rtl="0" eaLnBrk="1" latinLnBrk="0" hangingPunct="1">
        <a:lnSpc>
          <a:spcPct val="90000"/>
        </a:lnSpc>
        <a:spcBef>
          <a:spcPts val="100"/>
        </a:spcBef>
        <a:buFont typeface="Arial" panose="020B0604020202020204" pitchFamily="34" charset="0"/>
        <a:buChar char="•"/>
        <a:defRPr sz="36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" indent="-45720" algn="l" defTabSz="182880" rtl="0" eaLnBrk="1" latinLnBrk="0" hangingPunct="1">
        <a:lnSpc>
          <a:spcPct val="90000"/>
        </a:lnSpc>
        <a:spcBef>
          <a:spcPts val="100"/>
        </a:spcBef>
        <a:buFont typeface="Arial" panose="020B0604020202020204" pitchFamily="34" charset="0"/>
        <a:buChar char="•"/>
        <a:defRPr sz="36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" indent="-45720" algn="l" defTabSz="182880" rtl="0" eaLnBrk="1" latinLnBrk="0" hangingPunct="1">
        <a:lnSpc>
          <a:spcPct val="90000"/>
        </a:lnSpc>
        <a:spcBef>
          <a:spcPts val="100"/>
        </a:spcBef>
        <a:buFont typeface="Arial" panose="020B0604020202020204" pitchFamily="34" charset="0"/>
        <a:buChar char="•"/>
        <a:defRPr sz="3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" rtl="0" eaLnBrk="1" latinLnBrk="0" hangingPunct="1">
        <a:defRPr sz="36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" algn="l" defTabSz="182880" rtl="0" eaLnBrk="1" latinLnBrk="0" hangingPunct="1">
        <a:defRPr sz="36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" algn="l" defTabSz="182880" rtl="0" eaLnBrk="1" latinLnBrk="0" hangingPunct="1">
        <a:defRPr sz="36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" algn="l" defTabSz="182880" rtl="0" eaLnBrk="1" latinLnBrk="0" hangingPunct="1">
        <a:defRPr sz="36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" algn="l" defTabSz="182880" rtl="0" eaLnBrk="1" latinLnBrk="0" hangingPunct="1">
        <a:defRPr sz="36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" algn="l" defTabSz="182880" rtl="0" eaLnBrk="1" latinLnBrk="0" hangingPunct="1">
        <a:defRPr sz="36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" algn="l" defTabSz="182880" rtl="0" eaLnBrk="1" latinLnBrk="0" hangingPunct="1">
        <a:defRPr sz="36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" algn="l" defTabSz="182880" rtl="0" eaLnBrk="1" latinLnBrk="0" hangingPunct="1">
        <a:defRPr sz="36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" algn="l" defTabSz="182880" rtl="0" eaLnBrk="1" latinLnBrk="0" hangingPunct="1">
        <a:defRPr sz="3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3EE7ECD0-9983-0AA0-74A8-2473E3A091D9}"/>
              </a:ext>
            </a:extLst>
          </p:cNvPr>
          <p:cNvGrpSpPr/>
          <p:nvPr/>
        </p:nvGrpSpPr>
        <p:grpSpPr>
          <a:xfrm>
            <a:off x="155523" y="31306"/>
            <a:ext cx="1531402" cy="2623047"/>
            <a:chOff x="2811997" y="455437"/>
            <a:chExt cx="3141446" cy="538079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AD5388A-7598-6652-67B3-146132649217}"/>
                </a:ext>
              </a:extLst>
            </p:cNvPr>
            <p:cNvGrpSpPr/>
            <p:nvPr/>
          </p:nvGrpSpPr>
          <p:grpSpPr>
            <a:xfrm>
              <a:off x="2877144" y="1401399"/>
              <a:ext cx="732590" cy="738516"/>
              <a:chOff x="1430940" y="1243952"/>
              <a:chExt cx="505543" cy="509633"/>
            </a:xfrm>
          </p:grpSpPr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5D4BEA7F-BE29-2E7E-5FB9-4F0886FED998}"/>
                  </a:ext>
                </a:extLst>
              </p:cNvPr>
              <p:cNvSpPr/>
              <p:nvPr/>
            </p:nvSpPr>
            <p:spPr>
              <a:xfrm>
                <a:off x="1430940" y="1259809"/>
                <a:ext cx="493776" cy="493776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F68125EA-36A4-45CE-537B-B5E09AE5D938}"/>
                  </a:ext>
                </a:extLst>
              </p:cNvPr>
              <p:cNvSpPr txBox="1"/>
              <p:nvPr/>
            </p:nvSpPr>
            <p:spPr>
              <a:xfrm>
                <a:off x="1441345" y="1243952"/>
                <a:ext cx="495138" cy="3703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100" dirty="0">
                    <a:solidFill>
                      <a:schemeClr val="bg1"/>
                    </a:solidFill>
                    <a:latin typeface="Open Sans Light" pitchFamily="2" charset="0"/>
                    <a:ea typeface="Open Sans Light" pitchFamily="2" charset="0"/>
                    <a:cs typeface="Open Sans Light" pitchFamily="2" charset="0"/>
                  </a:rPr>
                  <a:t>LD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679F7DA2-F449-FCB9-B3C9-C26DA1C8EED1}"/>
                </a:ext>
              </a:extLst>
            </p:cNvPr>
            <p:cNvGrpSpPr/>
            <p:nvPr/>
          </p:nvGrpSpPr>
          <p:grpSpPr>
            <a:xfrm>
              <a:off x="4999375" y="1386180"/>
              <a:ext cx="740118" cy="744822"/>
              <a:chOff x="1430940" y="1239600"/>
              <a:chExt cx="510738" cy="513985"/>
            </a:xfrm>
          </p:grpSpPr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8927879E-3B1E-31AC-CCC4-56F09A2D0DFC}"/>
                  </a:ext>
                </a:extLst>
              </p:cNvPr>
              <p:cNvSpPr/>
              <p:nvPr/>
            </p:nvSpPr>
            <p:spPr>
              <a:xfrm>
                <a:off x="1430940" y="1259809"/>
                <a:ext cx="493776" cy="493776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7D74C10E-F7B1-5319-5EBF-8AA93A6096E9}"/>
                  </a:ext>
                </a:extLst>
              </p:cNvPr>
              <p:cNvSpPr txBox="1"/>
              <p:nvPr/>
            </p:nvSpPr>
            <p:spPr>
              <a:xfrm>
                <a:off x="1446540" y="1239600"/>
                <a:ext cx="495138" cy="3703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100" dirty="0">
                    <a:solidFill>
                      <a:schemeClr val="bg1"/>
                    </a:solidFill>
                    <a:latin typeface="Open Sans Light" pitchFamily="2" charset="0"/>
                    <a:ea typeface="Open Sans Light" pitchFamily="2" charset="0"/>
                    <a:cs typeface="Open Sans Light" pitchFamily="2" charset="0"/>
                  </a:rPr>
                  <a:t>LD</a:t>
                </a: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0B8D961-BC66-E42D-DEC1-8350EA5A14F8}"/>
                </a:ext>
              </a:extLst>
            </p:cNvPr>
            <p:cNvSpPr txBox="1"/>
            <p:nvPr/>
          </p:nvSpPr>
          <p:spPr>
            <a:xfrm>
              <a:off x="4887062" y="1717482"/>
              <a:ext cx="972284" cy="4419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Dst</a:t>
              </a:r>
              <a:endParaRPr lang="en-US" sz="800" dirty="0">
                <a:solidFill>
                  <a:schemeClr val="bg1"/>
                </a:solidFill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E8DF6E1-5E51-D2F0-FD15-D2CA9DE68128}"/>
                </a:ext>
              </a:extLst>
            </p:cNvPr>
            <p:cNvSpPr txBox="1"/>
            <p:nvPr/>
          </p:nvSpPr>
          <p:spPr>
            <a:xfrm>
              <a:off x="2811997" y="1721398"/>
              <a:ext cx="845822" cy="4419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Src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45F9E10B-E359-58BA-9F39-F90E2DCA12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15428" y="931867"/>
              <a:ext cx="701945" cy="49251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7DCC8D0E-9818-3739-F1E0-90857F2BA079}"/>
                </a:ext>
              </a:extLst>
            </p:cNvPr>
            <p:cNvCxnSpPr>
              <a:cxnSpLocks/>
            </p:cNvCxnSpPr>
            <p:nvPr/>
          </p:nvCxnSpPr>
          <p:spPr>
            <a:xfrm>
              <a:off x="4332972" y="952962"/>
              <a:ext cx="1" cy="47392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088F935-1789-ECE6-1CB7-7477C0DFD9E3}"/>
                </a:ext>
              </a:extLst>
            </p:cNvPr>
            <p:cNvSpPr txBox="1"/>
            <p:nvPr/>
          </p:nvSpPr>
          <p:spPr>
            <a:xfrm>
              <a:off x="3846831" y="455437"/>
              <a:ext cx="972284" cy="5366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1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e</a:t>
              </a:r>
              <a:endParaRPr lang="en-US" sz="110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AC94C7EF-F24D-51A3-DEC9-D82E5AA8FF09}"/>
                </a:ext>
              </a:extLst>
            </p:cNvPr>
            <p:cNvGrpSpPr/>
            <p:nvPr/>
          </p:nvGrpSpPr>
          <p:grpSpPr>
            <a:xfrm>
              <a:off x="3959143" y="1391029"/>
              <a:ext cx="732590" cy="747482"/>
              <a:chOff x="1430940" y="1237765"/>
              <a:chExt cx="505543" cy="515820"/>
            </a:xfrm>
          </p:grpSpPr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8A9B0D8E-5A61-5D51-5575-E6CF0C51D2FE}"/>
                  </a:ext>
                </a:extLst>
              </p:cNvPr>
              <p:cNvSpPr/>
              <p:nvPr/>
            </p:nvSpPr>
            <p:spPr>
              <a:xfrm>
                <a:off x="1430940" y="1259809"/>
                <a:ext cx="493776" cy="493776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E1DAFD4-4AF7-CC47-F677-B32960CE6D2E}"/>
                  </a:ext>
                </a:extLst>
              </p:cNvPr>
              <p:cNvSpPr txBox="1"/>
              <p:nvPr/>
            </p:nvSpPr>
            <p:spPr>
              <a:xfrm>
                <a:off x="1441345" y="1237765"/>
                <a:ext cx="495138" cy="3703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100" dirty="0">
                    <a:solidFill>
                      <a:schemeClr val="bg1"/>
                    </a:solidFill>
                    <a:latin typeface="Open Sans Light" pitchFamily="2" charset="0"/>
                    <a:ea typeface="Open Sans Light" pitchFamily="2" charset="0"/>
                    <a:cs typeface="Open Sans Light" pitchFamily="2" charset="0"/>
                  </a:rPr>
                  <a:t>LD</a:t>
                </a:r>
              </a:p>
            </p:txBody>
          </p:sp>
        </p:grp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9CE9E83F-94AD-E494-B3D3-083901C1CF36}"/>
                </a:ext>
              </a:extLst>
            </p:cNvPr>
            <p:cNvCxnSpPr>
              <a:cxnSpLocks/>
            </p:cNvCxnSpPr>
            <p:nvPr/>
          </p:nvCxnSpPr>
          <p:spPr>
            <a:xfrm>
              <a:off x="4695910" y="917102"/>
              <a:ext cx="649096" cy="49597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A535B0A-DCDF-4ADE-0AC6-36C108F2FFD7}"/>
                </a:ext>
              </a:extLst>
            </p:cNvPr>
            <p:cNvSpPr txBox="1"/>
            <p:nvPr/>
          </p:nvSpPr>
          <p:spPr>
            <a:xfrm>
              <a:off x="4029510" y="1730311"/>
              <a:ext cx="606924" cy="4419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W</a:t>
              </a:r>
              <a:endParaRPr lang="en-US" sz="800" dirty="0">
                <a:solidFill>
                  <a:schemeClr val="bg1"/>
                </a:solidFill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454289B-70CC-32E4-147F-114D14217394}"/>
                </a:ext>
              </a:extLst>
            </p:cNvPr>
            <p:cNvSpPr/>
            <p:nvPr/>
          </p:nvSpPr>
          <p:spPr>
            <a:xfrm>
              <a:off x="3959140" y="2819646"/>
              <a:ext cx="710930" cy="710930"/>
            </a:xfrm>
            <a:prstGeom prst="ellipse">
              <a:avLst/>
            </a:prstGeom>
            <a:solidFill>
              <a:schemeClr val="bg1">
                <a:lumMod val="85000"/>
                <a:lumOff val="1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0CA0284-BA1D-88FD-81B6-58B1A378B855}"/>
                </a:ext>
              </a:extLst>
            </p:cNvPr>
            <p:cNvSpPr txBox="1"/>
            <p:nvPr/>
          </p:nvSpPr>
          <p:spPr>
            <a:xfrm>
              <a:off x="4016262" y="2824250"/>
              <a:ext cx="632018" cy="7576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dirty="0"/>
                <a:t>+</a:t>
              </a:r>
              <a:endParaRPr lang="en-US" dirty="0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DFAC18A-38B3-A5EA-720F-2B17B1C5C6CB}"/>
                </a:ext>
              </a:extLst>
            </p:cNvPr>
            <p:cNvGrpSpPr/>
            <p:nvPr/>
          </p:nvGrpSpPr>
          <p:grpSpPr>
            <a:xfrm>
              <a:off x="2877144" y="2792060"/>
              <a:ext cx="732590" cy="738516"/>
              <a:chOff x="1430940" y="1243952"/>
              <a:chExt cx="505543" cy="509633"/>
            </a:xfrm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23A7FC0F-8267-EBA4-A620-C29D5799B3F7}"/>
                  </a:ext>
                </a:extLst>
              </p:cNvPr>
              <p:cNvSpPr/>
              <p:nvPr/>
            </p:nvSpPr>
            <p:spPr>
              <a:xfrm>
                <a:off x="1430940" y="1259809"/>
                <a:ext cx="493776" cy="493776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5F32ACD-0D05-DF9F-07DB-7C14C640BD28}"/>
                  </a:ext>
                </a:extLst>
              </p:cNvPr>
              <p:cNvSpPr txBox="1"/>
              <p:nvPr/>
            </p:nvSpPr>
            <p:spPr>
              <a:xfrm>
                <a:off x="1441345" y="1243952"/>
                <a:ext cx="495138" cy="3703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100" dirty="0">
                    <a:solidFill>
                      <a:schemeClr val="bg1"/>
                    </a:solidFill>
                    <a:latin typeface="Open Sans Light" pitchFamily="2" charset="0"/>
                    <a:ea typeface="Open Sans Light" pitchFamily="2" charset="0"/>
                    <a:cs typeface="Open Sans Light" pitchFamily="2" charset="0"/>
                  </a:rPr>
                  <a:t>LD</a:t>
                </a:r>
              </a:p>
            </p:txBody>
          </p: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3EB319A-8AF2-243B-CB40-8DD0AD5BCDA7}"/>
                </a:ext>
              </a:extLst>
            </p:cNvPr>
            <p:cNvSpPr txBox="1"/>
            <p:nvPr/>
          </p:nvSpPr>
          <p:spPr>
            <a:xfrm>
              <a:off x="2840416" y="3097849"/>
              <a:ext cx="845822" cy="4103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700" dirty="0">
                  <a:solidFill>
                    <a:schemeClr val="bg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Dist</a:t>
              </a:r>
              <a:endParaRPr lang="en-US" sz="800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8F8672D0-D66E-1228-95C2-9107ABCC86F7}"/>
                </a:ext>
              </a:extLst>
            </p:cNvPr>
            <p:cNvCxnSpPr>
              <a:cxnSpLocks/>
            </p:cNvCxnSpPr>
            <p:nvPr/>
          </p:nvCxnSpPr>
          <p:spPr>
            <a:xfrm>
              <a:off x="3234909" y="2138511"/>
              <a:ext cx="0" cy="67639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065C4448-B4C4-6841-BF8A-2ED4B47FE05D}"/>
                </a:ext>
              </a:extLst>
            </p:cNvPr>
            <p:cNvCxnSpPr>
              <a:cxnSpLocks/>
            </p:cNvCxnSpPr>
            <p:nvPr/>
          </p:nvCxnSpPr>
          <p:spPr>
            <a:xfrm>
              <a:off x="4322299" y="2138511"/>
              <a:ext cx="0" cy="67639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8C79A394-6255-37E6-C865-44BD82DFB670}"/>
                </a:ext>
              </a:extLst>
            </p:cNvPr>
            <p:cNvCxnSpPr>
              <a:cxnSpLocks/>
            </p:cNvCxnSpPr>
            <p:nvPr/>
          </p:nvCxnSpPr>
          <p:spPr>
            <a:xfrm>
              <a:off x="3595875" y="3172756"/>
              <a:ext cx="36326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BC171714-1A62-15C3-1C2E-8BEA4EB1DD1A}"/>
                </a:ext>
              </a:extLst>
            </p:cNvPr>
            <p:cNvGrpSpPr/>
            <p:nvPr/>
          </p:nvGrpSpPr>
          <p:grpSpPr>
            <a:xfrm>
              <a:off x="4987238" y="2792060"/>
              <a:ext cx="732589" cy="738516"/>
              <a:chOff x="1430940" y="1243952"/>
              <a:chExt cx="505543" cy="509633"/>
            </a:xfrm>
          </p:grpSpPr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9B654909-480F-3A8B-7A96-4A4E61B3FCB2}"/>
                  </a:ext>
                </a:extLst>
              </p:cNvPr>
              <p:cNvSpPr/>
              <p:nvPr/>
            </p:nvSpPr>
            <p:spPr>
              <a:xfrm>
                <a:off x="1430940" y="1259809"/>
                <a:ext cx="493776" cy="493776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6F8BE33-E269-6D33-56AA-32A3BD3438F3}"/>
                  </a:ext>
                </a:extLst>
              </p:cNvPr>
              <p:cNvSpPr txBox="1"/>
              <p:nvPr/>
            </p:nvSpPr>
            <p:spPr>
              <a:xfrm>
                <a:off x="1441345" y="1243952"/>
                <a:ext cx="495138" cy="3703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100" dirty="0">
                    <a:solidFill>
                      <a:schemeClr val="bg1"/>
                    </a:solidFill>
                    <a:latin typeface="Open Sans Light" pitchFamily="2" charset="0"/>
                    <a:ea typeface="Open Sans Light" pitchFamily="2" charset="0"/>
                    <a:cs typeface="Open Sans Light" pitchFamily="2" charset="0"/>
                  </a:rPr>
                  <a:t>LD</a:t>
                </a:r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543CCB2-B690-9A3B-CFC6-FE73FCDA382B}"/>
                </a:ext>
              </a:extLst>
            </p:cNvPr>
            <p:cNvSpPr txBox="1"/>
            <p:nvPr/>
          </p:nvSpPr>
          <p:spPr>
            <a:xfrm>
              <a:off x="4936304" y="3097849"/>
              <a:ext cx="845822" cy="4103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700" dirty="0">
                  <a:solidFill>
                    <a:schemeClr val="bg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Dist</a:t>
              </a:r>
              <a:endParaRPr lang="en-US" sz="800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72BA605-ED0B-D313-ABB0-BCC1FAA28EF5}"/>
                </a:ext>
              </a:extLst>
            </p:cNvPr>
            <p:cNvGrpSpPr/>
            <p:nvPr/>
          </p:nvGrpSpPr>
          <p:grpSpPr>
            <a:xfrm>
              <a:off x="3954531" y="5097713"/>
              <a:ext cx="716148" cy="738516"/>
              <a:chOff x="1430940" y="1243952"/>
              <a:chExt cx="494198" cy="509633"/>
            </a:xfrm>
          </p:grpSpPr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C25C0EEB-48BE-BA55-1931-AE7484765A16}"/>
                  </a:ext>
                </a:extLst>
              </p:cNvPr>
              <p:cNvSpPr/>
              <p:nvPr/>
            </p:nvSpPr>
            <p:spPr>
              <a:xfrm>
                <a:off x="1430940" y="1259809"/>
                <a:ext cx="493776" cy="493776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76A8DCC-4F2C-A6AA-CA59-19D9C06A94DE}"/>
                  </a:ext>
                </a:extLst>
              </p:cNvPr>
              <p:cNvSpPr txBox="1"/>
              <p:nvPr/>
            </p:nvSpPr>
            <p:spPr>
              <a:xfrm>
                <a:off x="1452691" y="1243952"/>
                <a:ext cx="472447" cy="3703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100" dirty="0">
                    <a:solidFill>
                      <a:schemeClr val="bg1"/>
                    </a:solidFill>
                    <a:latin typeface="Open Sans Light" pitchFamily="2" charset="0"/>
                    <a:ea typeface="Open Sans Light" pitchFamily="2" charset="0"/>
                    <a:cs typeface="Open Sans Light" pitchFamily="2" charset="0"/>
                  </a:rPr>
                  <a:t>ST</a:t>
                </a: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4C2AD9A-54F9-1F31-97FC-93525971ADD6}"/>
                </a:ext>
              </a:extLst>
            </p:cNvPr>
            <p:cNvSpPr txBox="1"/>
            <p:nvPr/>
          </p:nvSpPr>
          <p:spPr>
            <a:xfrm>
              <a:off x="3917810" y="5417712"/>
              <a:ext cx="845822" cy="4103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700" dirty="0">
                  <a:solidFill>
                    <a:schemeClr val="bg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Dist</a:t>
              </a:r>
              <a:endParaRPr lang="en-US" sz="800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BDF315D8-3E1E-8ED2-81C5-2214C24E78BD}"/>
                </a:ext>
              </a:extLst>
            </p:cNvPr>
            <p:cNvCxnSpPr>
              <a:cxnSpLocks/>
            </p:cNvCxnSpPr>
            <p:nvPr/>
          </p:nvCxnSpPr>
          <p:spPr>
            <a:xfrm>
              <a:off x="5348956" y="2127086"/>
              <a:ext cx="0" cy="67639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79A4ECE5-EFA4-E5B1-0A6E-64A9BC64CFC9}"/>
                </a:ext>
              </a:extLst>
            </p:cNvPr>
            <p:cNvSpPr/>
            <p:nvPr/>
          </p:nvSpPr>
          <p:spPr>
            <a:xfrm>
              <a:off x="3959140" y="4051339"/>
              <a:ext cx="710930" cy="710930"/>
            </a:xfrm>
            <a:prstGeom prst="ellipse">
              <a:avLst/>
            </a:prstGeom>
            <a:solidFill>
              <a:schemeClr val="bg1">
                <a:lumMod val="85000"/>
                <a:lumOff val="1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6766CCA-3140-3866-47B2-553AE2895551}"/>
                </a:ext>
              </a:extLst>
            </p:cNvPr>
            <p:cNvSpPr txBox="1"/>
            <p:nvPr/>
          </p:nvSpPr>
          <p:spPr>
            <a:xfrm>
              <a:off x="3992282" y="4036402"/>
              <a:ext cx="632018" cy="7576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dirty="0"/>
                <a:t>&lt;</a:t>
              </a:r>
              <a:endParaRPr lang="en-US" dirty="0"/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FEE65661-9F95-F0EF-03D9-509FB3E89818}"/>
                </a:ext>
              </a:extLst>
            </p:cNvPr>
            <p:cNvCxnSpPr>
              <a:cxnSpLocks/>
              <a:stCxn id="45" idx="4"/>
              <a:endCxn id="27" idx="7"/>
            </p:cNvCxnSpPr>
            <p:nvPr/>
          </p:nvCxnSpPr>
          <p:spPr>
            <a:xfrm flipH="1">
              <a:off x="4565957" y="3530576"/>
              <a:ext cx="779049" cy="62487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370DA12F-F08C-1394-55EC-F0D4C87D842F}"/>
                </a:ext>
              </a:extLst>
            </p:cNvPr>
            <p:cNvCxnSpPr>
              <a:cxnSpLocks/>
              <a:stCxn id="15" idx="4"/>
              <a:endCxn id="28" idx="0"/>
            </p:cNvCxnSpPr>
            <p:nvPr/>
          </p:nvCxnSpPr>
          <p:spPr>
            <a:xfrm flipH="1">
              <a:off x="4308291" y="3530577"/>
              <a:ext cx="6314" cy="50582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8897EE28-DD53-3636-7553-86F31F591418}"/>
                </a:ext>
              </a:extLst>
            </p:cNvPr>
            <p:cNvGrpSpPr/>
            <p:nvPr/>
          </p:nvGrpSpPr>
          <p:grpSpPr>
            <a:xfrm>
              <a:off x="4943533" y="4090983"/>
              <a:ext cx="732721" cy="703174"/>
              <a:chOff x="2587878" y="3400907"/>
              <a:chExt cx="505634" cy="485244"/>
            </a:xfrm>
          </p:grpSpPr>
          <p:sp>
            <p:nvSpPr>
              <p:cNvPr id="41" name="Triangle 40">
                <a:extLst>
                  <a:ext uri="{FF2B5EF4-FFF2-40B4-BE49-F238E27FC236}">
                    <a16:creationId xmlns:a16="http://schemas.microsoft.com/office/drawing/2014/main" id="{28CBE3F6-9823-DE42-F05B-7E29F765154D}"/>
                  </a:ext>
                </a:extLst>
              </p:cNvPr>
              <p:cNvSpPr/>
              <p:nvPr/>
            </p:nvSpPr>
            <p:spPr>
              <a:xfrm>
                <a:off x="2587878" y="3400907"/>
                <a:ext cx="505634" cy="435891"/>
              </a:xfrm>
              <a:prstGeom prst="triangle">
                <a:avLst/>
              </a:prstGeom>
              <a:solidFill>
                <a:srgbClr val="00B0F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B6172A76-416B-CA69-820B-9F26E24DF0FB}"/>
                  </a:ext>
                </a:extLst>
              </p:cNvPr>
              <p:cNvSpPr txBox="1"/>
              <p:nvPr/>
            </p:nvSpPr>
            <p:spPr>
              <a:xfrm>
                <a:off x="2652801" y="3494034"/>
                <a:ext cx="388487" cy="3921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bg1"/>
                    </a:solidFill>
                    <a:latin typeface="Open Sans Light" pitchFamily="2" charset="0"/>
                    <a:ea typeface="Open Sans Light" pitchFamily="2" charset="0"/>
                    <a:cs typeface="Open Sans Light" pitchFamily="2" charset="0"/>
                  </a:rPr>
                  <a:t>T</a:t>
                </a:r>
                <a:endParaRPr lang="en-US" sz="1200" b="1" dirty="0">
                  <a:solidFill>
                    <a:schemeClr val="bg1"/>
                  </a:solidFill>
                  <a:latin typeface="Open Sans ExtraBold" pitchFamily="2" charset="0"/>
                  <a:ea typeface="Open Sans ExtraBold" pitchFamily="2" charset="0"/>
                  <a:cs typeface="Open Sans ExtraBold" pitchFamily="2" charset="0"/>
                </a:endParaRPr>
              </a:p>
            </p:txBody>
          </p:sp>
        </p:grp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716EA722-A76B-3363-46D9-E5FDAE922549}"/>
                </a:ext>
              </a:extLst>
            </p:cNvPr>
            <p:cNvCxnSpPr>
              <a:cxnSpLocks/>
              <a:stCxn id="27" idx="6"/>
              <a:endCxn id="41" idx="1"/>
            </p:cNvCxnSpPr>
            <p:nvPr/>
          </p:nvCxnSpPr>
          <p:spPr>
            <a:xfrm>
              <a:off x="4670070" y="4406804"/>
              <a:ext cx="456643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5897DCB3-A6E2-3E97-DE2E-5408AAA7EB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39133" y="4728065"/>
              <a:ext cx="767630" cy="46739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Arc 33">
              <a:extLst>
                <a:ext uri="{FF2B5EF4-FFF2-40B4-BE49-F238E27FC236}">
                  <a16:creationId xmlns:a16="http://schemas.microsoft.com/office/drawing/2014/main" id="{323F0F86-E8E5-BE4D-5A8A-B31D0F0C4C98}"/>
                </a:ext>
              </a:extLst>
            </p:cNvPr>
            <p:cNvSpPr/>
            <p:nvPr/>
          </p:nvSpPr>
          <p:spPr>
            <a:xfrm rot="5400000">
              <a:off x="2954584" y="1372708"/>
              <a:ext cx="2904789" cy="3092928"/>
            </a:xfrm>
            <a:prstGeom prst="arc">
              <a:avLst>
                <a:gd name="adj1" fmla="val 14021865"/>
                <a:gd name="adj2" fmla="val 19362146"/>
              </a:avLst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CED8E6F-ACCD-9F2A-25BB-CA44FEF1654F}"/>
                </a:ext>
              </a:extLst>
            </p:cNvPr>
            <p:cNvGrpSpPr/>
            <p:nvPr/>
          </p:nvGrpSpPr>
          <p:grpSpPr>
            <a:xfrm>
              <a:off x="2884612" y="4090982"/>
              <a:ext cx="732721" cy="703174"/>
              <a:chOff x="2541576" y="3356413"/>
              <a:chExt cx="505634" cy="485244"/>
            </a:xfrm>
          </p:grpSpPr>
          <p:sp>
            <p:nvSpPr>
              <p:cNvPr id="39" name="Triangle 38">
                <a:extLst>
                  <a:ext uri="{FF2B5EF4-FFF2-40B4-BE49-F238E27FC236}">
                    <a16:creationId xmlns:a16="http://schemas.microsoft.com/office/drawing/2014/main" id="{0359CA22-89CE-73B6-4A91-3C1BFBAAB854}"/>
                  </a:ext>
                </a:extLst>
              </p:cNvPr>
              <p:cNvSpPr/>
              <p:nvPr/>
            </p:nvSpPr>
            <p:spPr>
              <a:xfrm>
                <a:off x="2541576" y="3356413"/>
                <a:ext cx="505634" cy="435891"/>
              </a:xfrm>
              <a:prstGeom prst="triangle">
                <a:avLst/>
              </a:prstGeom>
              <a:solidFill>
                <a:srgbClr val="00B0F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EF4ED63-3D8A-8979-CB5F-9825FF54445A}"/>
                  </a:ext>
                </a:extLst>
              </p:cNvPr>
              <p:cNvSpPr txBox="1"/>
              <p:nvPr/>
            </p:nvSpPr>
            <p:spPr>
              <a:xfrm>
                <a:off x="2606499" y="3449540"/>
                <a:ext cx="388487" cy="3921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bg1"/>
                    </a:solidFill>
                    <a:latin typeface="Open Sans Light" pitchFamily="2" charset="0"/>
                    <a:ea typeface="Open Sans Light" pitchFamily="2" charset="0"/>
                    <a:cs typeface="Open Sans Light" pitchFamily="2" charset="0"/>
                  </a:rPr>
                  <a:t>T</a:t>
                </a:r>
                <a:endParaRPr lang="en-US" sz="1200" b="1" dirty="0">
                  <a:solidFill>
                    <a:schemeClr val="bg1"/>
                  </a:solidFill>
                  <a:latin typeface="Open Sans ExtraBold" pitchFamily="2" charset="0"/>
                  <a:ea typeface="Open Sans ExtraBold" pitchFamily="2" charset="0"/>
                  <a:cs typeface="Open Sans ExtraBold" pitchFamily="2" charset="0"/>
                </a:endParaRPr>
              </a:p>
            </p:txBody>
          </p:sp>
        </p:grp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EF2C5A50-6404-6F97-1A6E-6374728A2823}"/>
                </a:ext>
              </a:extLst>
            </p:cNvPr>
            <p:cNvCxnSpPr>
              <a:cxnSpLocks/>
              <a:endCxn id="39" idx="0"/>
            </p:cNvCxnSpPr>
            <p:nvPr/>
          </p:nvCxnSpPr>
          <p:spPr>
            <a:xfrm flipH="1">
              <a:off x="3250974" y="3450884"/>
              <a:ext cx="811605" cy="64009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1BF08FE4-7545-9AFF-6EC4-2040B0BE6D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32207" y="4406802"/>
              <a:ext cx="50460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FCCA6B10-2169-8F50-24E6-DB56A4181A90}"/>
                </a:ext>
              </a:extLst>
            </p:cNvPr>
            <p:cNvCxnSpPr>
              <a:cxnSpLocks/>
            </p:cNvCxnSpPr>
            <p:nvPr/>
          </p:nvCxnSpPr>
          <p:spPr>
            <a:xfrm>
              <a:off x="3269787" y="4728065"/>
              <a:ext cx="827205" cy="46739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79357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17</Words>
  <Application>Microsoft Macintosh PowerPoint</Application>
  <PresentationFormat>Custom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Open Sans ExtraBold</vt:lpstr>
      <vt:lpstr>Open Sans Light</vt:lpstr>
      <vt:lpstr>Aptos</vt:lpstr>
      <vt:lpstr>Aptos Display</vt:lpstr>
      <vt:lpstr>Arial</vt:lpstr>
      <vt:lpstr>Menlo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Zhengyao Lin</dc:creator>
  <cp:lastModifiedBy>Zhengyao Lin</cp:lastModifiedBy>
  <cp:revision>3</cp:revision>
  <dcterms:created xsi:type="dcterms:W3CDTF">2026-05-02T12:40:42Z</dcterms:created>
  <dcterms:modified xsi:type="dcterms:W3CDTF">2026-05-02T12:51:22Z</dcterms:modified>
</cp:coreProperties>
</file>