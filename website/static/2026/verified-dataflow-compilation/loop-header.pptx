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3200400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2" userDrawn="1">
          <p15:clr>
            <a:srgbClr val="A4A3A4"/>
          </p15:clr>
        </p15:guide>
        <p15:guide id="2" pos="10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2"/>
    <p:restoredTop sz="94694"/>
  </p:normalViewPr>
  <p:slideViewPr>
    <p:cSldViewPr snapToGrid="0" showGuides="1">
      <p:cViewPr varScale="1">
        <p:scale>
          <a:sx n="274" d="100"/>
          <a:sy n="274" d="100"/>
        </p:scale>
        <p:origin x="3136" y="168"/>
      </p:cViewPr>
      <p:guideLst>
        <p:guide orient="horz" pos="922"/>
        <p:guide pos="10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478823"/>
            <a:ext cx="2720340" cy="1018599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536703"/>
            <a:ext cx="2400300" cy="706382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729410"/>
            <a:ext cx="2760345" cy="1217036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957960"/>
            <a:ext cx="2760345" cy="640010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778849"/>
            <a:ext cx="136017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778849"/>
            <a:ext cx="136017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6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55771"/>
            <a:ext cx="2760345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717218"/>
            <a:ext cx="1353919" cy="351498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068716"/>
            <a:ext cx="1353919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717218"/>
            <a:ext cx="1360587" cy="351498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068716"/>
            <a:ext cx="1360587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5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7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5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95051"/>
            <a:ext cx="1032212" cy="682678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421256"/>
            <a:ext cx="1620203" cy="2079188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77729"/>
            <a:ext cx="1032212" cy="1626101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2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95051"/>
            <a:ext cx="1032212" cy="682678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421256"/>
            <a:ext cx="1620203" cy="2079188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77729"/>
            <a:ext cx="1032212" cy="1626101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1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55770"/>
            <a:ext cx="690086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55770"/>
            <a:ext cx="2030254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9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55771"/>
            <a:ext cx="2760345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778849"/>
            <a:ext cx="2760345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7" y="2711749"/>
            <a:ext cx="72009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D8035-3E42-F140-9E4B-415BD9B1251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2711749"/>
            <a:ext cx="108013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2711749"/>
            <a:ext cx="72009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5BCB0-35D8-EB47-90F6-ECAA1A0F3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57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F5D3905-63F1-3236-7B3C-389EC9795F36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400774" y="1252470"/>
            <a:ext cx="173637" cy="231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D5388A-7598-6652-67B3-146132649217}"/>
              </a:ext>
            </a:extLst>
          </p:cNvPr>
          <p:cNvGrpSpPr/>
          <p:nvPr/>
        </p:nvGrpSpPr>
        <p:grpSpPr>
          <a:xfrm>
            <a:off x="1622781" y="675437"/>
            <a:ext cx="357125" cy="360014"/>
            <a:chOff x="1430940" y="1243952"/>
            <a:chExt cx="505543" cy="509633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4BEA7F-BE29-2E7E-5FB9-4F0886FED998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8125EA-36A4-45CE-537B-B5E09AE5D938}"/>
                </a:ext>
              </a:extLst>
            </p:cNvPr>
            <p:cNvSpPr txBox="1"/>
            <p:nvPr/>
          </p:nvSpPr>
          <p:spPr>
            <a:xfrm>
              <a:off x="1441345" y="1243952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9F7DA2-F449-FCB9-B3C9-C26DA1C8EED1}"/>
              </a:ext>
            </a:extLst>
          </p:cNvPr>
          <p:cNvGrpSpPr/>
          <p:nvPr/>
        </p:nvGrpSpPr>
        <p:grpSpPr>
          <a:xfrm>
            <a:off x="2657333" y="668018"/>
            <a:ext cx="360795" cy="363088"/>
            <a:chOff x="1430940" y="1239600"/>
            <a:chExt cx="510738" cy="51398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927879E-3B1E-31AC-CCC4-56F09A2D0DFC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D74C10E-F7B1-5319-5EBF-8AA93A6096E9}"/>
                </a:ext>
              </a:extLst>
            </p:cNvPr>
            <p:cNvSpPr txBox="1"/>
            <p:nvPr/>
          </p:nvSpPr>
          <p:spPr>
            <a:xfrm>
              <a:off x="1446540" y="1239600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0B8D961-BC66-E42D-DEC1-8350EA5A14F8}"/>
              </a:ext>
            </a:extLst>
          </p:cNvPr>
          <p:cNvSpPr txBox="1"/>
          <p:nvPr/>
        </p:nvSpPr>
        <p:spPr>
          <a:xfrm>
            <a:off x="2602573" y="829522"/>
            <a:ext cx="473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Dst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DF6E1-5E51-D2F0-FD15-D2CA9DE68128}"/>
              </a:ext>
            </a:extLst>
          </p:cNvPr>
          <p:cNvSpPr txBox="1"/>
          <p:nvPr/>
        </p:nvSpPr>
        <p:spPr>
          <a:xfrm>
            <a:off x="1591014" y="831431"/>
            <a:ext cx="4123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Src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F9E10B-E359-58BA-9F39-F90E2DCA1217}"/>
              </a:ext>
            </a:extLst>
          </p:cNvPr>
          <p:cNvCxnSpPr>
            <a:cxnSpLocks/>
          </p:cNvCxnSpPr>
          <p:nvPr/>
        </p:nvCxnSpPr>
        <p:spPr>
          <a:xfrm flipH="1">
            <a:off x="1787680" y="443934"/>
            <a:ext cx="539788" cy="2427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CC8D0E-9818-3739-F1E0-90857F2BA079}"/>
              </a:ext>
            </a:extLst>
          </p:cNvPr>
          <p:cNvCxnSpPr>
            <a:cxnSpLocks/>
          </p:cNvCxnSpPr>
          <p:nvPr/>
        </p:nvCxnSpPr>
        <p:spPr>
          <a:xfrm>
            <a:off x="2332464" y="456831"/>
            <a:ext cx="0" cy="231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94C7EF-F24D-51A3-DEC9-D82E5AA8FF09}"/>
              </a:ext>
            </a:extLst>
          </p:cNvPr>
          <p:cNvGrpSpPr/>
          <p:nvPr/>
        </p:nvGrpSpPr>
        <p:grpSpPr>
          <a:xfrm>
            <a:off x="2150237" y="670391"/>
            <a:ext cx="357125" cy="364385"/>
            <a:chOff x="1430940" y="1237765"/>
            <a:chExt cx="505543" cy="51582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A9B0D8E-5A61-5D51-5575-E6CF0C51D2FE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1DAFD4-4AF7-CC47-F677-B32960CE6D2E}"/>
                </a:ext>
              </a:extLst>
            </p:cNvPr>
            <p:cNvSpPr txBox="1"/>
            <p:nvPr/>
          </p:nvSpPr>
          <p:spPr>
            <a:xfrm>
              <a:off x="1441345" y="1237765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E9E83F-94AD-E494-B3D3-083901C1CF36}"/>
              </a:ext>
            </a:extLst>
          </p:cNvPr>
          <p:cNvCxnSpPr>
            <a:cxnSpLocks/>
          </p:cNvCxnSpPr>
          <p:nvPr/>
        </p:nvCxnSpPr>
        <p:spPr>
          <a:xfrm>
            <a:off x="2327477" y="443925"/>
            <a:ext cx="498345" cy="2372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535B0A-DCDF-4ADE-0AC6-36C108F2FFD7}"/>
              </a:ext>
            </a:extLst>
          </p:cNvPr>
          <p:cNvSpPr txBox="1"/>
          <p:nvPr/>
        </p:nvSpPr>
        <p:spPr>
          <a:xfrm>
            <a:off x="2184540" y="835776"/>
            <a:ext cx="2958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54289B-70CC-32E4-147F-114D14217394}"/>
              </a:ext>
            </a:extLst>
          </p:cNvPr>
          <p:cNvSpPr/>
          <p:nvPr/>
        </p:nvSpPr>
        <p:spPr>
          <a:xfrm>
            <a:off x="2150227" y="1366818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A0284-BA1D-88FD-81B6-58B1A378B855}"/>
              </a:ext>
            </a:extLst>
          </p:cNvPr>
          <p:cNvSpPr txBox="1"/>
          <p:nvPr/>
        </p:nvSpPr>
        <p:spPr>
          <a:xfrm>
            <a:off x="2171471" y="13624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8672D0-D66E-1228-95C2-9107ABCC86F7}"/>
              </a:ext>
            </a:extLst>
          </p:cNvPr>
          <p:cNvCxnSpPr>
            <a:cxnSpLocks/>
          </p:cNvCxnSpPr>
          <p:nvPr/>
        </p:nvCxnSpPr>
        <p:spPr>
          <a:xfrm>
            <a:off x="1797176" y="1034776"/>
            <a:ext cx="0" cy="3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5C4448-B4C4-6841-BF8A-2ED4B47FE05D}"/>
              </a:ext>
            </a:extLst>
          </p:cNvPr>
          <p:cNvCxnSpPr>
            <a:cxnSpLocks/>
          </p:cNvCxnSpPr>
          <p:nvPr/>
        </p:nvCxnSpPr>
        <p:spPr>
          <a:xfrm>
            <a:off x="2327261" y="1034776"/>
            <a:ext cx="0" cy="3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79A394-6255-37E6-C865-44BD82DFB670}"/>
              </a:ext>
            </a:extLst>
          </p:cNvPr>
          <p:cNvCxnSpPr>
            <a:cxnSpLocks/>
          </p:cNvCxnSpPr>
          <p:nvPr/>
        </p:nvCxnSpPr>
        <p:spPr>
          <a:xfrm>
            <a:off x="1973141" y="1538944"/>
            <a:ext cx="1770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2BA605-ED0B-D313-ABB0-BCC1FAA28EF5}"/>
              </a:ext>
            </a:extLst>
          </p:cNvPr>
          <p:cNvGrpSpPr/>
          <p:nvPr/>
        </p:nvGrpSpPr>
        <p:grpSpPr>
          <a:xfrm>
            <a:off x="2147980" y="2477329"/>
            <a:ext cx="349110" cy="360014"/>
            <a:chOff x="1430940" y="1243952"/>
            <a:chExt cx="494198" cy="50963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25C0EEB-48BE-BA55-1931-AE7484765A16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76A8DCC-4F2C-A6AA-CA59-19D9C06A94DE}"/>
                </a:ext>
              </a:extLst>
            </p:cNvPr>
            <p:cNvSpPr txBox="1"/>
            <p:nvPr/>
          </p:nvSpPr>
          <p:spPr>
            <a:xfrm>
              <a:off x="1452691" y="1243952"/>
              <a:ext cx="472447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ST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4C2AD9A-54F9-1F31-97FC-93525971ADD6}"/>
              </a:ext>
            </a:extLst>
          </p:cNvPr>
          <p:cNvSpPr txBox="1"/>
          <p:nvPr/>
        </p:nvSpPr>
        <p:spPr>
          <a:xfrm>
            <a:off x="2130079" y="2633332"/>
            <a:ext cx="4123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</a:t>
            </a:r>
            <a:endParaRPr lang="en-US" sz="8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F315D8-3E1E-8ED2-81C5-2214C24E78BD}"/>
              </a:ext>
            </a:extLst>
          </p:cNvPr>
          <p:cNvCxnSpPr>
            <a:cxnSpLocks/>
          </p:cNvCxnSpPr>
          <p:nvPr/>
        </p:nvCxnSpPr>
        <p:spPr>
          <a:xfrm>
            <a:off x="2827739" y="1029206"/>
            <a:ext cx="0" cy="329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9A4ECE5-EFA4-E5B1-0A6E-64A9BC64CFC9}"/>
              </a:ext>
            </a:extLst>
          </p:cNvPr>
          <p:cNvSpPr/>
          <p:nvPr/>
        </p:nvSpPr>
        <p:spPr>
          <a:xfrm>
            <a:off x="2150227" y="1967248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766CCA-3140-3866-47B2-553AE2895551}"/>
              </a:ext>
            </a:extLst>
          </p:cNvPr>
          <p:cNvSpPr txBox="1"/>
          <p:nvPr/>
        </p:nvSpPr>
        <p:spPr>
          <a:xfrm>
            <a:off x="2166383" y="19599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&lt;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E65661-9F95-F0EF-03D9-509FB3E89818}"/>
              </a:ext>
            </a:extLst>
          </p:cNvPr>
          <p:cNvCxnSpPr>
            <a:cxnSpLocks/>
            <a:stCxn id="45" idx="4"/>
            <a:endCxn id="27" idx="7"/>
          </p:cNvCxnSpPr>
          <p:nvPr/>
        </p:nvCxnSpPr>
        <p:spPr>
          <a:xfrm flipH="1">
            <a:off x="2446049" y="1713384"/>
            <a:ext cx="379773" cy="304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70DA12F-F08C-1394-55EC-F0D4C87D842F}"/>
              </a:ext>
            </a:extLst>
          </p:cNvPr>
          <p:cNvCxnSpPr>
            <a:cxnSpLocks/>
            <a:stCxn id="15" idx="4"/>
            <a:endCxn id="28" idx="0"/>
          </p:cNvCxnSpPr>
          <p:nvPr/>
        </p:nvCxnSpPr>
        <p:spPr>
          <a:xfrm flipH="1">
            <a:off x="2320432" y="1713377"/>
            <a:ext cx="3078" cy="2465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97EE28-DD53-3636-7553-86F31F591418}"/>
              </a:ext>
            </a:extLst>
          </p:cNvPr>
          <p:cNvGrpSpPr/>
          <p:nvPr/>
        </p:nvGrpSpPr>
        <p:grpSpPr>
          <a:xfrm>
            <a:off x="2630111" y="1986564"/>
            <a:ext cx="357189" cy="342786"/>
            <a:chOff x="2587878" y="3400907"/>
            <a:chExt cx="505634" cy="485244"/>
          </a:xfrm>
        </p:grpSpPr>
        <p:sp>
          <p:nvSpPr>
            <p:cNvPr id="41" name="Triangle 40">
              <a:extLst>
                <a:ext uri="{FF2B5EF4-FFF2-40B4-BE49-F238E27FC236}">
                  <a16:creationId xmlns:a16="http://schemas.microsoft.com/office/drawing/2014/main" id="{28CBE3F6-9823-DE42-F05B-7E29F765154D}"/>
                </a:ext>
              </a:extLst>
            </p:cNvPr>
            <p:cNvSpPr/>
            <p:nvPr/>
          </p:nvSpPr>
          <p:spPr>
            <a:xfrm>
              <a:off x="2587878" y="3400907"/>
              <a:ext cx="505634" cy="435891"/>
            </a:xfrm>
            <a:prstGeom prst="triangl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6172A76-416B-CA69-820B-9F26E24DF0FB}"/>
                </a:ext>
              </a:extLst>
            </p:cNvPr>
            <p:cNvSpPr txBox="1"/>
            <p:nvPr/>
          </p:nvSpPr>
          <p:spPr>
            <a:xfrm>
              <a:off x="2652801" y="3494034"/>
              <a:ext cx="388487" cy="39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T</a:t>
              </a:r>
              <a:endParaRPr lang="en-US" sz="12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endParaRP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6EA722-A76B-3363-46D9-E5FDAE922549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>
            <a:off x="2496793" y="2140522"/>
            <a:ext cx="2226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897DCB3-A6E2-3E97-DE2E-5408AAA7EBCD}"/>
              </a:ext>
            </a:extLst>
          </p:cNvPr>
          <p:cNvCxnSpPr>
            <a:cxnSpLocks/>
          </p:cNvCxnSpPr>
          <p:nvPr/>
        </p:nvCxnSpPr>
        <p:spPr>
          <a:xfrm flipH="1">
            <a:off x="2432973" y="2297140"/>
            <a:ext cx="374207" cy="2278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323F0F86-E8E5-BE4D-5A8A-B31D0F0C4C98}"/>
              </a:ext>
            </a:extLst>
          </p:cNvPr>
          <p:cNvSpPr/>
          <p:nvPr/>
        </p:nvSpPr>
        <p:spPr>
          <a:xfrm rot="5400000">
            <a:off x="1660531" y="661451"/>
            <a:ext cx="1416037" cy="1507750"/>
          </a:xfrm>
          <a:prstGeom prst="arc">
            <a:avLst>
              <a:gd name="adj1" fmla="val 14021865"/>
              <a:gd name="adj2" fmla="val 1936214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ED8E6F-ACCD-9F2A-25BB-CA44FEF1654F}"/>
              </a:ext>
            </a:extLst>
          </p:cNvPr>
          <p:cNvGrpSpPr/>
          <p:nvPr/>
        </p:nvGrpSpPr>
        <p:grpSpPr>
          <a:xfrm>
            <a:off x="1626422" y="1986564"/>
            <a:ext cx="357189" cy="342786"/>
            <a:chOff x="2541576" y="3356413"/>
            <a:chExt cx="505634" cy="485244"/>
          </a:xfrm>
        </p:grpSpPr>
        <p:sp>
          <p:nvSpPr>
            <p:cNvPr id="39" name="Triangle 38">
              <a:extLst>
                <a:ext uri="{FF2B5EF4-FFF2-40B4-BE49-F238E27FC236}">
                  <a16:creationId xmlns:a16="http://schemas.microsoft.com/office/drawing/2014/main" id="{0359CA22-89CE-73B6-4A91-3C1BFBAAB854}"/>
                </a:ext>
              </a:extLst>
            </p:cNvPr>
            <p:cNvSpPr/>
            <p:nvPr/>
          </p:nvSpPr>
          <p:spPr>
            <a:xfrm>
              <a:off x="2541576" y="3356413"/>
              <a:ext cx="505634" cy="435891"/>
            </a:xfrm>
            <a:prstGeom prst="triangle">
              <a:avLst/>
            </a:prstGeom>
            <a:solidFill>
              <a:srgbClr val="00B0F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EF4ED63-3D8A-8979-CB5F-9825FF54445A}"/>
                </a:ext>
              </a:extLst>
            </p:cNvPr>
            <p:cNvSpPr txBox="1"/>
            <p:nvPr/>
          </p:nvSpPr>
          <p:spPr>
            <a:xfrm>
              <a:off x="2606499" y="3449540"/>
              <a:ext cx="388487" cy="392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T</a:t>
              </a:r>
              <a:endParaRPr lang="en-US" sz="1200" b="1" dirty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endParaRP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2C5A50-6404-6F97-1A6E-6374728A2823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1805008" y="1674536"/>
            <a:ext cx="395644" cy="3120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BF08FE4-7545-9AFF-6EC4-2040B0BE6D83}"/>
              </a:ext>
            </a:extLst>
          </p:cNvPr>
          <p:cNvCxnSpPr>
            <a:cxnSpLocks/>
          </p:cNvCxnSpPr>
          <p:nvPr/>
        </p:nvCxnSpPr>
        <p:spPr>
          <a:xfrm flipH="1">
            <a:off x="1893356" y="2140521"/>
            <a:ext cx="2459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CA6B10-2169-8F50-24E6-DB56A4181A90}"/>
              </a:ext>
            </a:extLst>
          </p:cNvPr>
          <p:cNvCxnSpPr>
            <a:cxnSpLocks/>
          </p:cNvCxnSpPr>
          <p:nvPr/>
        </p:nvCxnSpPr>
        <p:spPr>
          <a:xfrm>
            <a:off x="1814188" y="2297140"/>
            <a:ext cx="403249" cy="2278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4BA3AD0-DE4A-DF4F-3B36-5BF5C8E6966E}"/>
              </a:ext>
            </a:extLst>
          </p:cNvPr>
          <p:cNvSpPr/>
          <p:nvPr/>
        </p:nvSpPr>
        <p:spPr>
          <a:xfrm>
            <a:off x="140900" y="537611"/>
            <a:ext cx="1308459" cy="1975530"/>
          </a:xfrm>
          <a:prstGeom prst="roundRect">
            <a:avLst>
              <a:gd name="adj" fmla="val 9025"/>
            </a:avLst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10DFCD-5BAF-0075-C78E-C7DABF5D6906}"/>
              </a:ext>
            </a:extLst>
          </p:cNvPr>
          <p:cNvSpPr txBox="1"/>
          <p:nvPr/>
        </p:nvSpPr>
        <p:spPr>
          <a:xfrm>
            <a:off x="45236" y="295188"/>
            <a:ext cx="15135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B0F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LH: </a:t>
            </a:r>
            <a:r>
              <a:rPr lang="en-US" sz="105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Consolas" panose="020B0609020204030204" pitchFamily="49" charset="0"/>
              </a:rPr>
              <a:t>for 0 &lt;= e &lt; 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95A9DC1-CF23-0376-E235-3E3965879AE1}"/>
              </a:ext>
            </a:extLst>
          </p:cNvPr>
          <p:cNvSpPr/>
          <p:nvPr/>
        </p:nvSpPr>
        <p:spPr>
          <a:xfrm>
            <a:off x="245881" y="939843"/>
            <a:ext cx="318124" cy="31812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2878A1-D6A3-32A7-E936-0459E0F45C33}"/>
              </a:ext>
            </a:extLst>
          </p:cNvPr>
          <p:cNvSpPr txBox="1"/>
          <p:nvPr/>
        </p:nvSpPr>
        <p:spPr>
          <a:xfrm>
            <a:off x="265321" y="929628"/>
            <a:ext cx="279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584950-65E5-ABA1-EC2E-F84E079A59DD}"/>
              </a:ext>
            </a:extLst>
          </p:cNvPr>
          <p:cNvCxnSpPr>
            <a:cxnSpLocks/>
          </p:cNvCxnSpPr>
          <p:nvPr/>
        </p:nvCxnSpPr>
        <p:spPr>
          <a:xfrm>
            <a:off x="330898" y="750013"/>
            <a:ext cx="0" cy="1870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02828F2-51BB-9113-2C6B-04AB379534DB}"/>
              </a:ext>
            </a:extLst>
          </p:cNvPr>
          <p:cNvSpPr txBox="1"/>
          <p:nvPr/>
        </p:nvSpPr>
        <p:spPr>
          <a:xfrm>
            <a:off x="205703" y="552602"/>
            <a:ext cx="2503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0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B36628D-AF4C-5C28-2EC0-378D7ADEB5FB}"/>
              </a:ext>
            </a:extLst>
          </p:cNvPr>
          <p:cNvSpPr/>
          <p:nvPr/>
        </p:nvSpPr>
        <p:spPr>
          <a:xfrm>
            <a:off x="523655" y="1432749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4D89A1-1BD6-F393-CBC3-FF69CA71EBC9}"/>
              </a:ext>
            </a:extLst>
          </p:cNvPr>
          <p:cNvSpPr txBox="1"/>
          <p:nvPr/>
        </p:nvSpPr>
        <p:spPr>
          <a:xfrm>
            <a:off x="545967" y="1422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&lt;</a:t>
            </a:r>
            <a:endParaRPr lang="en-US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CB9853E-F91B-9339-8E66-1C8F2E227075}"/>
              </a:ext>
            </a:extLst>
          </p:cNvPr>
          <p:cNvCxnSpPr>
            <a:cxnSpLocks/>
            <a:endCxn id="65" idx="7"/>
          </p:cNvCxnSpPr>
          <p:nvPr/>
        </p:nvCxnSpPr>
        <p:spPr>
          <a:xfrm flipH="1">
            <a:off x="819477" y="1364500"/>
            <a:ext cx="94353" cy="119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1258C68-68B4-712C-198C-409FB4B81D2D}"/>
              </a:ext>
            </a:extLst>
          </p:cNvPr>
          <p:cNvSpPr txBox="1"/>
          <p:nvPr/>
        </p:nvSpPr>
        <p:spPr>
          <a:xfrm>
            <a:off x="830271" y="1184494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9D5839A-B04E-F32B-3D74-66600C412086}"/>
              </a:ext>
            </a:extLst>
          </p:cNvPr>
          <p:cNvCxnSpPr>
            <a:cxnSpLocks/>
          </p:cNvCxnSpPr>
          <p:nvPr/>
        </p:nvCxnSpPr>
        <p:spPr>
          <a:xfrm>
            <a:off x="400771" y="1252470"/>
            <a:ext cx="0" cy="642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0806558-7AB7-9392-B7B4-9113AE750D1C}"/>
              </a:ext>
            </a:extLst>
          </p:cNvPr>
          <p:cNvCxnSpPr>
            <a:cxnSpLocks/>
            <a:stCxn id="65" idx="4"/>
            <a:endCxn id="75" idx="5"/>
          </p:cNvCxnSpPr>
          <p:nvPr/>
        </p:nvCxnSpPr>
        <p:spPr>
          <a:xfrm flipH="1">
            <a:off x="488796" y="1779313"/>
            <a:ext cx="208142" cy="273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Arc 90">
            <a:extLst>
              <a:ext uri="{FF2B5EF4-FFF2-40B4-BE49-F238E27FC236}">
                <a16:creationId xmlns:a16="http://schemas.microsoft.com/office/drawing/2014/main" id="{B4965F58-34D7-CAB4-B4BF-2378CB85C741}"/>
              </a:ext>
            </a:extLst>
          </p:cNvPr>
          <p:cNvSpPr/>
          <p:nvPr/>
        </p:nvSpPr>
        <p:spPr>
          <a:xfrm rot="5400000" flipV="1">
            <a:off x="173118" y="722282"/>
            <a:ext cx="610047" cy="1350362"/>
          </a:xfrm>
          <a:prstGeom prst="arc">
            <a:avLst>
              <a:gd name="adj1" fmla="val 3408445"/>
              <a:gd name="adj2" fmla="val 9957929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7C391A-80AF-41E0-170C-54753FB1FF65}"/>
              </a:ext>
            </a:extLst>
          </p:cNvPr>
          <p:cNvCxnSpPr>
            <a:cxnSpLocks/>
          </p:cNvCxnSpPr>
          <p:nvPr/>
        </p:nvCxnSpPr>
        <p:spPr>
          <a:xfrm>
            <a:off x="978818" y="1836722"/>
            <a:ext cx="0" cy="150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3FA3EC0-3373-59AA-AA5B-7D7D3139E91F}"/>
              </a:ext>
            </a:extLst>
          </p:cNvPr>
          <p:cNvSpPr txBox="1"/>
          <p:nvPr/>
        </p:nvSpPr>
        <p:spPr>
          <a:xfrm>
            <a:off x="859457" y="163746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D329E0C6-E77E-2CD3-89FE-39F65220E1C3}"/>
              </a:ext>
            </a:extLst>
          </p:cNvPr>
          <p:cNvSpPr/>
          <p:nvPr/>
        </p:nvSpPr>
        <p:spPr>
          <a:xfrm rot="6445979" flipV="1">
            <a:off x="-85851" y="972749"/>
            <a:ext cx="1719612" cy="1105261"/>
          </a:xfrm>
          <a:prstGeom prst="arc">
            <a:avLst>
              <a:gd name="adj1" fmla="val 3354922"/>
              <a:gd name="adj2" fmla="val 13473520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A136ECE-053F-9F70-EF47-D26C3B1DB20F}"/>
              </a:ext>
            </a:extLst>
          </p:cNvPr>
          <p:cNvSpPr txBox="1"/>
          <p:nvPr/>
        </p:nvSpPr>
        <p:spPr>
          <a:xfrm>
            <a:off x="275105" y="2591856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CF0357F-B8AA-83F2-CE10-8E6D1F77321F}"/>
              </a:ext>
            </a:extLst>
          </p:cNvPr>
          <p:cNvCxnSpPr>
            <a:cxnSpLocks/>
          </p:cNvCxnSpPr>
          <p:nvPr/>
        </p:nvCxnSpPr>
        <p:spPr>
          <a:xfrm>
            <a:off x="696938" y="1782614"/>
            <a:ext cx="0" cy="8540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2F5127FE-DEC5-D9EA-8833-10A3B13C14BA}"/>
              </a:ext>
            </a:extLst>
          </p:cNvPr>
          <p:cNvSpPr/>
          <p:nvPr/>
        </p:nvSpPr>
        <p:spPr>
          <a:xfrm rot="13003511" flipV="1">
            <a:off x="448599" y="1673393"/>
            <a:ext cx="514977" cy="764886"/>
          </a:xfrm>
          <a:prstGeom prst="arc">
            <a:avLst>
              <a:gd name="adj1" fmla="val 3838589"/>
              <a:gd name="adj2" fmla="val 10305244"/>
            </a:avLst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B610A903-7AA7-C9BE-5C09-AF8618F49267}"/>
              </a:ext>
            </a:extLst>
          </p:cNvPr>
          <p:cNvSpPr/>
          <p:nvPr/>
        </p:nvSpPr>
        <p:spPr>
          <a:xfrm rot="13003511" flipV="1">
            <a:off x="448626" y="1672081"/>
            <a:ext cx="514977" cy="764886"/>
          </a:xfrm>
          <a:prstGeom prst="arc">
            <a:avLst>
              <a:gd name="adj1" fmla="val 3838589"/>
              <a:gd name="adj2" fmla="val 10390959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EE8F741-4957-5E21-845C-F3973B679AC3}"/>
              </a:ext>
            </a:extLst>
          </p:cNvPr>
          <p:cNvSpPr/>
          <p:nvPr/>
        </p:nvSpPr>
        <p:spPr>
          <a:xfrm>
            <a:off x="868874" y="1971480"/>
            <a:ext cx="346566" cy="346567"/>
          </a:xfrm>
          <a:prstGeom prst="ellipse">
            <a:avLst/>
          </a:prstGeom>
          <a:solidFill>
            <a:schemeClr val="bg1">
              <a:lumMod val="85000"/>
              <a:lumOff val="1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65BCCA-F523-5695-FA93-6AE5E61F71F3}"/>
              </a:ext>
            </a:extLst>
          </p:cNvPr>
          <p:cNvSpPr txBox="1"/>
          <p:nvPr/>
        </p:nvSpPr>
        <p:spPr>
          <a:xfrm>
            <a:off x="890118" y="19671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+</a:t>
            </a:r>
            <a:endParaRPr lang="en-US" dirty="0"/>
          </a:p>
        </p:txBody>
      </p:sp>
      <p:sp>
        <p:nvSpPr>
          <p:cNvPr id="75" name="Triangle 74">
            <a:extLst>
              <a:ext uri="{FF2B5EF4-FFF2-40B4-BE49-F238E27FC236}">
                <a16:creationId xmlns:a16="http://schemas.microsoft.com/office/drawing/2014/main" id="{EF695574-989F-2EBC-D66C-50D0B5928310}"/>
              </a:ext>
            </a:extLst>
          </p:cNvPr>
          <p:cNvSpPr/>
          <p:nvPr/>
        </p:nvSpPr>
        <p:spPr>
          <a:xfrm>
            <a:off x="220907" y="1899162"/>
            <a:ext cx="357189" cy="307922"/>
          </a:xfrm>
          <a:prstGeom prst="triangle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EEC14C-CE60-25F5-B191-DAE23047568D}"/>
              </a:ext>
            </a:extLst>
          </p:cNvPr>
          <p:cNvSpPr txBox="1"/>
          <p:nvPr/>
        </p:nvSpPr>
        <p:spPr>
          <a:xfrm>
            <a:off x="262281" y="1968245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T</a:t>
            </a:r>
            <a:endParaRPr lang="en-US" sz="1200" b="1" dirty="0">
              <a:solidFill>
                <a:schemeClr val="bg1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E052FC7-ACAF-6CEA-CCDA-028F8CE1315D}"/>
              </a:ext>
            </a:extLst>
          </p:cNvPr>
          <p:cNvCxnSpPr>
            <a:cxnSpLocks/>
          </p:cNvCxnSpPr>
          <p:nvPr/>
        </p:nvCxnSpPr>
        <p:spPr>
          <a:xfrm>
            <a:off x="399498" y="2207087"/>
            <a:ext cx="0" cy="4262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FA85EAF-3110-2A11-B539-EAFBDF2E9DD2}"/>
              </a:ext>
            </a:extLst>
          </p:cNvPr>
          <p:cNvSpPr txBox="1"/>
          <p:nvPr/>
        </p:nvSpPr>
        <p:spPr>
          <a:xfrm>
            <a:off x="569339" y="2597057"/>
            <a:ext cx="2551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51BA80D-C277-6F67-0273-4737D1A00904}"/>
              </a:ext>
            </a:extLst>
          </p:cNvPr>
          <p:cNvSpPr txBox="1"/>
          <p:nvPr/>
        </p:nvSpPr>
        <p:spPr>
          <a:xfrm>
            <a:off x="2146926" y="42093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</a:t>
            </a:r>
            <a:endParaRPr lang="en-US" sz="9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FB7B015D-BF71-810F-2A17-8216A499D122}"/>
              </a:ext>
            </a:extLst>
          </p:cNvPr>
          <p:cNvSpPr/>
          <p:nvPr/>
        </p:nvSpPr>
        <p:spPr>
          <a:xfrm>
            <a:off x="2157578" y="85144"/>
            <a:ext cx="349782" cy="3497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881BDA2-5CA0-D24E-BC06-A61A79925B83}"/>
              </a:ext>
            </a:extLst>
          </p:cNvPr>
          <p:cNvSpPr txBox="1"/>
          <p:nvPr/>
        </p:nvSpPr>
        <p:spPr>
          <a:xfrm>
            <a:off x="2146926" y="130709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LH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FAC18A-38B3-A5EA-720F-2B17B1C5C6CB}"/>
              </a:ext>
            </a:extLst>
          </p:cNvPr>
          <p:cNvGrpSpPr/>
          <p:nvPr/>
        </p:nvGrpSpPr>
        <p:grpSpPr>
          <a:xfrm>
            <a:off x="1622781" y="1353361"/>
            <a:ext cx="357125" cy="360014"/>
            <a:chOff x="1430940" y="1243952"/>
            <a:chExt cx="505543" cy="509633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3A7FC0F-8267-EBA4-A620-C29D5799B3F7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F32ACD-0D05-DF9F-07DB-7C14C640BD28}"/>
                </a:ext>
              </a:extLst>
            </p:cNvPr>
            <p:cNvSpPr txBox="1"/>
            <p:nvPr/>
          </p:nvSpPr>
          <p:spPr>
            <a:xfrm>
              <a:off x="1441345" y="1243952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3EB319A-8AF2-243B-CB40-8DD0AD5BCDA7}"/>
              </a:ext>
            </a:extLst>
          </p:cNvPr>
          <p:cNvSpPr txBox="1"/>
          <p:nvPr/>
        </p:nvSpPr>
        <p:spPr>
          <a:xfrm>
            <a:off x="1604868" y="1502437"/>
            <a:ext cx="4123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</a:t>
            </a:r>
            <a:endParaRPr lang="en-US" sz="8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171714-1A62-15C3-1C2E-8BEA4EB1DD1A}"/>
              </a:ext>
            </a:extLst>
          </p:cNvPr>
          <p:cNvGrpSpPr/>
          <p:nvPr/>
        </p:nvGrpSpPr>
        <p:grpSpPr>
          <a:xfrm>
            <a:off x="2651416" y="1353361"/>
            <a:ext cx="357125" cy="360014"/>
            <a:chOff x="1430940" y="1243952"/>
            <a:chExt cx="505543" cy="509633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B654909-480F-3A8B-7A96-4A4E61B3FCB2}"/>
                </a:ext>
              </a:extLst>
            </p:cNvPr>
            <p:cNvSpPr/>
            <p:nvPr/>
          </p:nvSpPr>
          <p:spPr>
            <a:xfrm>
              <a:off x="1430940" y="1259809"/>
              <a:ext cx="493776" cy="493776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6F8BE33-E269-6D33-56AA-32A3BD3438F3}"/>
                </a:ext>
              </a:extLst>
            </p:cNvPr>
            <p:cNvSpPr txBox="1"/>
            <p:nvPr/>
          </p:nvSpPr>
          <p:spPr>
            <a:xfrm>
              <a:off x="1441345" y="1243952"/>
              <a:ext cx="495138" cy="370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LD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543CCB2-B690-9A3B-CFC6-FE73FCDA382B}"/>
              </a:ext>
            </a:extLst>
          </p:cNvPr>
          <p:cNvSpPr txBox="1"/>
          <p:nvPr/>
        </p:nvSpPr>
        <p:spPr>
          <a:xfrm>
            <a:off x="2626578" y="1502437"/>
            <a:ext cx="4123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Dist</a:t>
            </a:r>
            <a:endParaRPr lang="en-US" sz="800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35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35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Open Sans ExtraBold</vt:lpstr>
      <vt:lpstr>Open Sans Light</vt:lpstr>
      <vt:lpstr>Aptos</vt:lpstr>
      <vt:lpstr>Aptos Display</vt:lpstr>
      <vt:lpstr>Arial</vt:lpstr>
      <vt:lpstr>Consolas</vt:lpstr>
      <vt:lpstr>Menlo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Zhengyao Lin</dc:creator>
  <cp:lastModifiedBy>Zhengyao Lin</cp:lastModifiedBy>
  <cp:revision>10</cp:revision>
  <dcterms:created xsi:type="dcterms:W3CDTF">2026-05-02T12:40:42Z</dcterms:created>
  <dcterms:modified xsi:type="dcterms:W3CDTF">2026-05-02T13:22:41Z</dcterms:modified>
</cp:coreProperties>
</file>